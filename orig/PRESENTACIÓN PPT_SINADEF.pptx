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Poppins SemiBold" panose="00000700000000000000" pitchFamily="2" charset="0"/>
      <p:regular r:id="rId20"/>
      <p:bold r:id="rId21"/>
      <p:italic r:id="rId22"/>
      <p:boldItalic r:id="rId23"/>
    </p:embeddedFont>
    <p:embeddedFont>
      <p:font typeface="Sora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CcXQi7OKWIS8pKJuKEP5MHrQ+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02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1" name="Google Shape;3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5" name="Google Shape;3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5" name="Google Shape;4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3" name="Google Shape;4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3" name="Google Shape;44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5cabaeb424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9" name="Google Shape;459;g35cabaeb424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5cabaeb42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1" name="Google Shape;471;g35cabaeb42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5cabaeb424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5" name="Google Shape;485;g35cabaeb424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3" name="Google Shape;50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8_Title Slide">
  <p:cSld name="48_Title Slid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40"/>
          <p:cNvSpPr>
            <a:spLocks noGrp="1"/>
          </p:cNvSpPr>
          <p:nvPr>
            <p:ph type="pic" idx="2"/>
          </p:nvPr>
        </p:nvSpPr>
        <p:spPr>
          <a:xfrm>
            <a:off x="1996065" y="1702709"/>
            <a:ext cx="3259899" cy="41490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1"/>
          <p:cNvSpPr>
            <a:spLocks noGrp="1"/>
          </p:cNvSpPr>
          <p:nvPr>
            <p:ph type="pic" idx="2"/>
          </p:nvPr>
        </p:nvSpPr>
        <p:spPr>
          <a:xfrm>
            <a:off x="2513965" y="1780540"/>
            <a:ext cx="3296922" cy="329692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2"/>
          <p:cNvSpPr>
            <a:spLocks noGrp="1"/>
          </p:cNvSpPr>
          <p:nvPr>
            <p:ph type="pic" idx="2"/>
          </p:nvPr>
        </p:nvSpPr>
        <p:spPr>
          <a:xfrm>
            <a:off x="2" y="1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3"/>
          <p:cNvSpPr>
            <a:spLocks noGrp="1"/>
          </p:cNvSpPr>
          <p:nvPr>
            <p:ph type="pic" idx="2"/>
          </p:nvPr>
        </p:nvSpPr>
        <p:spPr>
          <a:xfrm>
            <a:off x="5068012" y="1977715"/>
            <a:ext cx="2052116" cy="20521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Title Slide">
  <p:cSld name="33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>
            <a:spLocks noGrp="1"/>
          </p:cNvSpPr>
          <p:nvPr>
            <p:ph type="pic" idx="2"/>
          </p:nvPr>
        </p:nvSpPr>
        <p:spPr>
          <a:xfrm>
            <a:off x="2716566" y="3051148"/>
            <a:ext cx="3874837" cy="32734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Google Shape;17;p45"/>
          <p:cNvSpPr>
            <a:spLocks noGrp="1"/>
          </p:cNvSpPr>
          <p:nvPr>
            <p:ph type="pic" idx="3"/>
          </p:nvPr>
        </p:nvSpPr>
        <p:spPr>
          <a:xfrm>
            <a:off x="1" y="3051148"/>
            <a:ext cx="2618912" cy="32734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6"/>
          <p:cNvSpPr>
            <a:spLocks noGrp="1"/>
          </p:cNvSpPr>
          <p:nvPr>
            <p:ph type="pic" idx="2"/>
          </p:nvPr>
        </p:nvSpPr>
        <p:spPr>
          <a:xfrm>
            <a:off x="6793313" y="1612900"/>
            <a:ext cx="3156328" cy="315632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0" name="Google Shape;20;p46"/>
          <p:cNvSpPr>
            <a:spLocks noGrp="1"/>
          </p:cNvSpPr>
          <p:nvPr>
            <p:ph type="pic" idx="3"/>
          </p:nvPr>
        </p:nvSpPr>
        <p:spPr>
          <a:xfrm>
            <a:off x="8364474" y="3458524"/>
            <a:ext cx="2840978" cy="28409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>
            <a:spLocks noGrp="1"/>
          </p:cNvSpPr>
          <p:nvPr>
            <p:ph type="pic" idx="2"/>
          </p:nvPr>
        </p:nvSpPr>
        <p:spPr>
          <a:xfrm>
            <a:off x="1026196" y="2844653"/>
            <a:ext cx="2481454" cy="313131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" name="Google Shape;23;p47"/>
          <p:cNvSpPr>
            <a:spLocks noGrp="1"/>
          </p:cNvSpPr>
          <p:nvPr>
            <p:ph type="pic" idx="3"/>
          </p:nvPr>
        </p:nvSpPr>
        <p:spPr>
          <a:xfrm>
            <a:off x="3683488" y="2844653"/>
            <a:ext cx="2481454" cy="313131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9_Title Slide">
  <p:cSld name="39_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8"/>
          <p:cNvSpPr>
            <a:spLocks noGrp="1"/>
          </p:cNvSpPr>
          <p:nvPr>
            <p:ph type="pic" idx="2"/>
          </p:nvPr>
        </p:nvSpPr>
        <p:spPr>
          <a:xfrm>
            <a:off x="1395219" y="2559380"/>
            <a:ext cx="1917044" cy="191704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6" name="Google Shape;26;p48"/>
          <p:cNvSpPr>
            <a:spLocks noGrp="1"/>
          </p:cNvSpPr>
          <p:nvPr>
            <p:ph type="pic" idx="3"/>
          </p:nvPr>
        </p:nvSpPr>
        <p:spPr>
          <a:xfrm>
            <a:off x="3890059" y="2559380"/>
            <a:ext cx="1917044" cy="191704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7" name="Google Shape;27;p48"/>
          <p:cNvSpPr>
            <a:spLocks noGrp="1"/>
          </p:cNvSpPr>
          <p:nvPr>
            <p:ph type="pic" idx="4"/>
          </p:nvPr>
        </p:nvSpPr>
        <p:spPr>
          <a:xfrm>
            <a:off x="6384899" y="2559380"/>
            <a:ext cx="1917044" cy="191704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Google Shape;28;p48"/>
          <p:cNvSpPr>
            <a:spLocks noGrp="1"/>
          </p:cNvSpPr>
          <p:nvPr>
            <p:ph type="pic" idx="5"/>
          </p:nvPr>
        </p:nvSpPr>
        <p:spPr>
          <a:xfrm>
            <a:off x="8879737" y="2559380"/>
            <a:ext cx="1917044" cy="191704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Slide">
  <p:cSld name="16_Title Slid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9"/>
          <p:cNvSpPr>
            <a:spLocks noGrp="1"/>
          </p:cNvSpPr>
          <p:nvPr>
            <p:ph type="pic" idx="2"/>
          </p:nvPr>
        </p:nvSpPr>
        <p:spPr>
          <a:xfrm>
            <a:off x="1458006" y="1930217"/>
            <a:ext cx="1479918" cy="14799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1" name="Google Shape;31;p49"/>
          <p:cNvSpPr>
            <a:spLocks noGrp="1"/>
          </p:cNvSpPr>
          <p:nvPr>
            <p:ph type="pic" idx="3"/>
          </p:nvPr>
        </p:nvSpPr>
        <p:spPr>
          <a:xfrm>
            <a:off x="4058620" y="1930217"/>
            <a:ext cx="1479918" cy="14799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" name="Google Shape;32;p49"/>
          <p:cNvSpPr>
            <a:spLocks noGrp="1"/>
          </p:cNvSpPr>
          <p:nvPr>
            <p:ph type="pic" idx="4"/>
          </p:nvPr>
        </p:nvSpPr>
        <p:spPr>
          <a:xfrm>
            <a:off x="6659234" y="1930217"/>
            <a:ext cx="1479918" cy="14799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Google Shape;33;p49"/>
          <p:cNvSpPr>
            <a:spLocks noGrp="1"/>
          </p:cNvSpPr>
          <p:nvPr>
            <p:ph type="pic" idx="5"/>
          </p:nvPr>
        </p:nvSpPr>
        <p:spPr>
          <a:xfrm>
            <a:off x="9259848" y="1930217"/>
            <a:ext cx="1479918" cy="14799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1_Title Slide">
  <p:cSld name="41_Title Slid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0"/>
          <p:cNvSpPr>
            <a:spLocks noGrp="1"/>
          </p:cNvSpPr>
          <p:nvPr>
            <p:ph type="pic" idx="2"/>
          </p:nvPr>
        </p:nvSpPr>
        <p:spPr>
          <a:xfrm>
            <a:off x="930041" y="3256254"/>
            <a:ext cx="4810359" cy="36017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4_Title Slide">
  <p:cSld name="44_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1"/>
          <p:cNvSpPr>
            <a:spLocks noGrp="1"/>
          </p:cNvSpPr>
          <p:nvPr>
            <p:ph type="pic" idx="2"/>
          </p:nvPr>
        </p:nvSpPr>
        <p:spPr>
          <a:xfrm>
            <a:off x="9297659" y="2845612"/>
            <a:ext cx="1808394" cy="1808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2"/>
          <p:cNvSpPr>
            <a:spLocks noGrp="1"/>
          </p:cNvSpPr>
          <p:nvPr>
            <p:ph type="pic" idx="2"/>
          </p:nvPr>
        </p:nvSpPr>
        <p:spPr>
          <a:xfrm>
            <a:off x="0" y="3181350"/>
            <a:ext cx="5476875" cy="36766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8_Title Slide">
  <p:cSld name="68_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3"/>
          <p:cNvSpPr>
            <a:spLocks noGrp="1"/>
          </p:cNvSpPr>
          <p:nvPr>
            <p:ph type="pic" idx="2"/>
          </p:nvPr>
        </p:nvSpPr>
        <p:spPr>
          <a:xfrm>
            <a:off x="9207500" y="2146300"/>
            <a:ext cx="2984500" cy="471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0_Title Slide">
  <p:cSld name="70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4"/>
          <p:cNvSpPr>
            <a:spLocks noGrp="1"/>
          </p:cNvSpPr>
          <p:nvPr>
            <p:ph type="pic" idx="2"/>
          </p:nvPr>
        </p:nvSpPr>
        <p:spPr>
          <a:xfrm>
            <a:off x="1047032" y="1803400"/>
            <a:ext cx="10611568" cy="18985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Slide">
  <p:cSld name="19_Title Slid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5"/>
          <p:cNvSpPr>
            <a:spLocks noGrp="1"/>
          </p:cNvSpPr>
          <p:nvPr>
            <p:ph type="pic" idx="2"/>
          </p:nvPr>
        </p:nvSpPr>
        <p:spPr>
          <a:xfrm>
            <a:off x="5286650" y="1495095"/>
            <a:ext cx="2206537" cy="4805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3_Title Slide">
  <p:cSld name="83_Title Slid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6"/>
          <p:cNvSpPr>
            <a:spLocks noGrp="1"/>
          </p:cNvSpPr>
          <p:nvPr>
            <p:ph type="pic" idx="2"/>
          </p:nvPr>
        </p:nvSpPr>
        <p:spPr>
          <a:xfrm>
            <a:off x="6296623" y="2494861"/>
            <a:ext cx="4233614" cy="239205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7_Title Slide">
  <p:cSld name="87_Title Slid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7"/>
          <p:cNvSpPr>
            <a:spLocks noGrp="1"/>
          </p:cNvSpPr>
          <p:nvPr>
            <p:ph type="pic" idx="2"/>
          </p:nvPr>
        </p:nvSpPr>
        <p:spPr>
          <a:xfrm>
            <a:off x="6114949" y="2300022"/>
            <a:ext cx="4292060" cy="321242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Title Slide">
  <p:cSld name="27_Title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8"/>
          <p:cNvSpPr>
            <a:spLocks noGrp="1"/>
          </p:cNvSpPr>
          <p:nvPr>
            <p:ph type="pic" idx="2"/>
          </p:nvPr>
        </p:nvSpPr>
        <p:spPr>
          <a:xfrm>
            <a:off x="2001757" y="5031078"/>
            <a:ext cx="1041149" cy="10411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Google Shape;52;p58"/>
          <p:cNvSpPr>
            <a:spLocks noGrp="1"/>
          </p:cNvSpPr>
          <p:nvPr>
            <p:ph type="pic" idx="3"/>
          </p:nvPr>
        </p:nvSpPr>
        <p:spPr>
          <a:xfrm>
            <a:off x="5135482" y="5031078"/>
            <a:ext cx="1041149" cy="10411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" name="Google Shape;53;p58"/>
          <p:cNvSpPr>
            <a:spLocks noGrp="1"/>
          </p:cNvSpPr>
          <p:nvPr>
            <p:ph type="pic" idx="4"/>
          </p:nvPr>
        </p:nvSpPr>
        <p:spPr>
          <a:xfrm>
            <a:off x="8278699" y="5031078"/>
            <a:ext cx="1041149" cy="10411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3_Title Slide">
  <p:cSld name="103_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>
            <a:spLocks noGrp="1"/>
          </p:cNvSpPr>
          <p:nvPr>
            <p:ph type="pic" idx="2"/>
          </p:nvPr>
        </p:nvSpPr>
        <p:spPr>
          <a:xfrm>
            <a:off x="5386470" y="3038458"/>
            <a:ext cx="5837808" cy="314917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2_Title Slide">
  <p:cSld name="102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0"/>
          <p:cNvSpPr>
            <a:spLocks noGrp="1"/>
          </p:cNvSpPr>
          <p:nvPr>
            <p:ph type="pic" idx="2"/>
          </p:nvPr>
        </p:nvSpPr>
        <p:spPr>
          <a:xfrm>
            <a:off x="4822453" y="2994459"/>
            <a:ext cx="5015063" cy="29335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8" name="Google Shape;58;p60"/>
          <p:cNvSpPr>
            <a:spLocks noGrp="1"/>
          </p:cNvSpPr>
          <p:nvPr>
            <p:ph type="pic" idx="3"/>
          </p:nvPr>
        </p:nvSpPr>
        <p:spPr>
          <a:xfrm>
            <a:off x="9198341" y="3609449"/>
            <a:ext cx="2261439" cy="23185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1_Title Slide">
  <p:cSld name="101_Title Slid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1"/>
          <p:cNvSpPr>
            <a:spLocks noGrp="1"/>
          </p:cNvSpPr>
          <p:nvPr>
            <p:ph type="pic" idx="2"/>
          </p:nvPr>
        </p:nvSpPr>
        <p:spPr>
          <a:xfrm>
            <a:off x="2679700" y="2620757"/>
            <a:ext cx="3600000" cy="205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61"/>
          <p:cNvSpPr>
            <a:spLocks noGrp="1"/>
          </p:cNvSpPr>
          <p:nvPr>
            <p:ph type="pic" idx="3"/>
          </p:nvPr>
        </p:nvSpPr>
        <p:spPr>
          <a:xfrm>
            <a:off x="7518400" y="2620757"/>
            <a:ext cx="3600000" cy="205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0_Title Slide">
  <p:cSld name="100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2"/>
          <p:cNvSpPr>
            <a:spLocks noGrp="1"/>
          </p:cNvSpPr>
          <p:nvPr>
            <p:ph type="pic" idx="2"/>
          </p:nvPr>
        </p:nvSpPr>
        <p:spPr>
          <a:xfrm>
            <a:off x="1781177" y="2218266"/>
            <a:ext cx="1924051" cy="242146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62"/>
          <p:cNvSpPr>
            <a:spLocks noGrp="1"/>
          </p:cNvSpPr>
          <p:nvPr>
            <p:ph type="pic" idx="3"/>
          </p:nvPr>
        </p:nvSpPr>
        <p:spPr>
          <a:xfrm>
            <a:off x="5133977" y="2218266"/>
            <a:ext cx="1924051" cy="242146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5" name="Google Shape;65;p62"/>
          <p:cNvSpPr>
            <a:spLocks noGrp="1"/>
          </p:cNvSpPr>
          <p:nvPr>
            <p:ph type="pic" idx="4"/>
          </p:nvPr>
        </p:nvSpPr>
        <p:spPr>
          <a:xfrm>
            <a:off x="8486777" y="2218266"/>
            <a:ext cx="1924051" cy="242146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_Title Slide">
  <p:cSld name="99_Title Slid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3"/>
          <p:cNvSpPr>
            <a:spLocks noGrp="1"/>
          </p:cNvSpPr>
          <p:nvPr>
            <p:ph type="pic" idx="2"/>
          </p:nvPr>
        </p:nvSpPr>
        <p:spPr>
          <a:xfrm>
            <a:off x="7035183" y="4751829"/>
            <a:ext cx="2164676" cy="15337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63"/>
          <p:cNvSpPr>
            <a:spLocks noGrp="1"/>
          </p:cNvSpPr>
          <p:nvPr>
            <p:ph type="pic" idx="3"/>
          </p:nvPr>
        </p:nvSpPr>
        <p:spPr>
          <a:xfrm>
            <a:off x="7035184" y="1345391"/>
            <a:ext cx="4494831" cy="323961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9" name="Google Shape;69;p63"/>
          <p:cNvSpPr>
            <a:spLocks noGrp="1"/>
          </p:cNvSpPr>
          <p:nvPr>
            <p:ph type="pic" idx="4"/>
          </p:nvPr>
        </p:nvSpPr>
        <p:spPr>
          <a:xfrm>
            <a:off x="4703684" y="1345391"/>
            <a:ext cx="2164676" cy="15337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0" name="Google Shape;70;p63"/>
          <p:cNvSpPr>
            <a:spLocks noGrp="1"/>
          </p:cNvSpPr>
          <p:nvPr>
            <p:ph type="pic" idx="5"/>
          </p:nvPr>
        </p:nvSpPr>
        <p:spPr>
          <a:xfrm>
            <a:off x="4703684" y="3048610"/>
            <a:ext cx="2164676" cy="15337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63"/>
          <p:cNvSpPr>
            <a:spLocks noGrp="1"/>
          </p:cNvSpPr>
          <p:nvPr>
            <p:ph type="pic" idx="6"/>
          </p:nvPr>
        </p:nvSpPr>
        <p:spPr>
          <a:xfrm>
            <a:off x="4703684" y="4751829"/>
            <a:ext cx="2164676" cy="15337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63"/>
          <p:cNvSpPr>
            <a:spLocks noGrp="1"/>
          </p:cNvSpPr>
          <p:nvPr>
            <p:ph type="pic" idx="7"/>
          </p:nvPr>
        </p:nvSpPr>
        <p:spPr>
          <a:xfrm>
            <a:off x="9365338" y="4751829"/>
            <a:ext cx="2164676" cy="15337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_Title Slide">
  <p:cSld name="98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4"/>
          <p:cNvSpPr>
            <a:spLocks noGrp="1"/>
          </p:cNvSpPr>
          <p:nvPr>
            <p:ph type="pic" idx="2"/>
          </p:nvPr>
        </p:nvSpPr>
        <p:spPr>
          <a:xfrm>
            <a:off x="4091131" y="1352390"/>
            <a:ext cx="2445417" cy="24454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64"/>
          <p:cNvSpPr>
            <a:spLocks noGrp="1"/>
          </p:cNvSpPr>
          <p:nvPr>
            <p:ph type="pic" idx="3"/>
          </p:nvPr>
        </p:nvSpPr>
        <p:spPr>
          <a:xfrm>
            <a:off x="6652157" y="1352390"/>
            <a:ext cx="2445417" cy="24454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Google Shape;76;p64"/>
          <p:cNvSpPr>
            <a:spLocks noGrp="1"/>
          </p:cNvSpPr>
          <p:nvPr>
            <p:ph type="pic" idx="4"/>
          </p:nvPr>
        </p:nvSpPr>
        <p:spPr>
          <a:xfrm>
            <a:off x="9213184" y="1352390"/>
            <a:ext cx="2445417" cy="24454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7" name="Google Shape;77;p64"/>
          <p:cNvSpPr>
            <a:spLocks noGrp="1"/>
          </p:cNvSpPr>
          <p:nvPr>
            <p:ph type="pic" idx="5"/>
          </p:nvPr>
        </p:nvSpPr>
        <p:spPr>
          <a:xfrm>
            <a:off x="6652157" y="3892727"/>
            <a:ext cx="2445417" cy="24454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64"/>
          <p:cNvSpPr>
            <a:spLocks noGrp="1"/>
          </p:cNvSpPr>
          <p:nvPr>
            <p:ph type="pic" idx="6"/>
          </p:nvPr>
        </p:nvSpPr>
        <p:spPr>
          <a:xfrm>
            <a:off x="9213184" y="3892727"/>
            <a:ext cx="2445417" cy="24454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_Title Slide">
  <p:cSld name="97_Title Sli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5"/>
          <p:cNvSpPr>
            <a:spLocks noGrp="1"/>
          </p:cNvSpPr>
          <p:nvPr>
            <p:ph type="pic" idx="2"/>
          </p:nvPr>
        </p:nvSpPr>
        <p:spPr>
          <a:xfrm>
            <a:off x="5535968" y="3388937"/>
            <a:ext cx="1112890" cy="11128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1" name="Google Shape;81;p65"/>
          <p:cNvSpPr>
            <a:spLocks noGrp="1"/>
          </p:cNvSpPr>
          <p:nvPr>
            <p:ph type="pic" idx="3"/>
          </p:nvPr>
        </p:nvSpPr>
        <p:spPr>
          <a:xfrm>
            <a:off x="5535968" y="1153737"/>
            <a:ext cx="1112890" cy="11128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_Title Slide">
  <p:cSld name="96_Title Slid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6"/>
          <p:cNvSpPr>
            <a:spLocks noGrp="1"/>
          </p:cNvSpPr>
          <p:nvPr>
            <p:ph type="pic" idx="2"/>
          </p:nvPr>
        </p:nvSpPr>
        <p:spPr>
          <a:xfrm>
            <a:off x="5535968" y="2354210"/>
            <a:ext cx="1112890" cy="11128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4" name="Google Shape;84;p66"/>
          <p:cNvSpPr>
            <a:spLocks noGrp="1"/>
          </p:cNvSpPr>
          <p:nvPr>
            <p:ph type="pic" idx="3"/>
          </p:nvPr>
        </p:nvSpPr>
        <p:spPr>
          <a:xfrm>
            <a:off x="5535968" y="4592585"/>
            <a:ext cx="1112890" cy="11128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_Title Slide">
  <p:cSld name="95_Title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7"/>
          <p:cNvSpPr>
            <a:spLocks noGrp="1"/>
          </p:cNvSpPr>
          <p:nvPr>
            <p:ph type="pic" idx="2"/>
          </p:nvPr>
        </p:nvSpPr>
        <p:spPr>
          <a:xfrm>
            <a:off x="8880542" y="2256638"/>
            <a:ext cx="3311458" cy="460136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_Title Slide">
  <p:cSld name="94_Title Sli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8"/>
          <p:cNvSpPr>
            <a:spLocks noGrp="1"/>
          </p:cNvSpPr>
          <p:nvPr>
            <p:ph type="pic" idx="2"/>
          </p:nvPr>
        </p:nvSpPr>
        <p:spPr>
          <a:xfrm>
            <a:off x="8520112" y="2082800"/>
            <a:ext cx="3671888" cy="421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_Title Slide">
  <p:cSld name="93_Title Sl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9"/>
          <p:cNvSpPr>
            <a:spLocks noGrp="1"/>
          </p:cNvSpPr>
          <p:nvPr>
            <p:ph type="pic" idx="2"/>
          </p:nvPr>
        </p:nvSpPr>
        <p:spPr>
          <a:xfrm>
            <a:off x="5197928" y="2454727"/>
            <a:ext cx="6286500" cy="3657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_Title Slide">
  <p:cSld name="92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0"/>
          <p:cNvSpPr>
            <a:spLocks noGrp="1"/>
          </p:cNvSpPr>
          <p:nvPr>
            <p:ph type="pic" idx="2"/>
          </p:nvPr>
        </p:nvSpPr>
        <p:spPr>
          <a:xfrm>
            <a:off x="1059347" y="2305393"/>
            <a:ext cx="4937466" cy="401920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_Title Slide">
  <p:cSld name="91_Title Slid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1"/>
          <p:cNvSpPr>
            <a:spLocks noGrp="1"/>
          </p:cNvSpPr>
          <p:nvPr>
            <p:ph type="pic" idx="2"/>
          </p:nvPr>
        </p:nvSpPr>
        <p:spPr>
          <a:xfrm>
            <a:off x="1891158" y="2290806"/>
            <a:ext cx="1856484" cy="185648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5" name="Google Shape;95;p71"/>
          <p:cNvSpPr>
            <a:spLocks noGrp="1"/>
          </p:cNvSpPr>
          <p:nvPr>
            <p:ph type="pic" idx="3"/>
          </p:nvPr>
        </p:nvSpPr>
        <p:spPr>
          <a:xfrm>
            <a:off x="5167758" y="2290806"/>
            <a:ext cx="1856484" cy="185648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71"/>
          <p:cNvSpPr>
            <a:spLocks noGrp="1"/>
          </p:cNvSpPr>
          <p:nvPr>
            <p:ph type="pic" idx="4"/>
          </p:nvPr>
        </p:nvSpPr>
        <p:spPr>
          <a:xfrm>
            <a:off x="8444358" y="2290806"/>
            <a:ext cx="1856484" cy="185648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_Title Slide">
  <p:cSld name="90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2"/>
          <p:cNvSpPr>
            <a:spLocks noGrp="1"/>
          </p:cNvSpPr>
          <p:nvPr>
            <p:ph type="pic" idx="2"/>
          </p:nvPr>
        </p:nvSpPr>
        <p:spPr>
          <a:xfrm>
            <a:off x="5202359" y="1811645"/>
            <a:ext cx="2084064" cy="288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72"/>
          <p:cNvSpPr>
            <a:spLocks noGrp="1"/>
          </p:cNvSpPr>
          <p:nvPr>
            <p:ph type="pic" idx="3"/>
          </p:nvPr>
        </p:nvSpPr>
        <p:spPr>
          <a:xfrm>
            <a:off x="7397121" y="1811645"/>
            <a:ext cx="2084064" cy="288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72"/>
          <p:cNvSpPr>
            <a:spLocks noGrp="1"/>
          </p:cNvSpPr>
          <p:nvPr>
            <p:ph type="pic" idx="4"/>
          </p:nvPr>
        </p:nvSpPr>
        <p:spPr>
          <a:xfrm>
            <a:off x="9595069" y="1811645"/>
            <a:ext cx="2084064" cy="288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9_Title Slide">
  <p:cSld name="89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3"/>
          <p:cNvSpPr>
            <a:spLocks noGrp="1"/>
          </p:cNvSpPr>
          <p:nvPr>
            <p:ph type="pic" idx="2"/>
          </p:nvPr>
        </p:nvSpPr>
        <p:spPr>
          <a:xfrm>
            <a:off x="5521479" y="2598339"/>
            <a:ext cx="2831451" cy="28314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73"/>
          <p:cNvSpPr>
            <a:spLocks noGrp="1"/>
          </p:cNvSpPr>
          <p:nvPr>
            <p:ph type="pic" idx="3"/>
          </p:nvPr>
        </p:nvSpPr>
        <p:spPr>
          <a:xfrm>
            <a:off x="7966439" y="2676053"/>
            <a:ext cx="2658261" cy="26582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8_Title Slide">
  <p:cSld name="88_Title Slid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4"/>
          <p:cNvSpPr>
            <a:spLocks noGrp="1"/>
          </p:cNvSpPr>
          <p:nvPr>
            <p:ph type="pic" idx="2"/>
          </p:nvPr>
        </p:nvSpPr>
        <p:spPr>
          <a:xfrm>
            <a:off x="5610149" y="2546544"/>
            <a:ext cx="2187382" cy="27342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6" name="Google Shape;106;p74"/>
          <p:cNvSpPr>
            <a:spLocks noGrp="1"/>
          </p:cNvSpPr>
          <p:nvPr>
            <p:ph type="pic" idx="3"/>
          </p:nvPr>
        </p:nvSpPr>
        <p:spPr>
          <a:xfrm>
            <a:off x="8508945" y="2693369"/>
            <a:ext cx="1823153" cy="22789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6_Title Slide">
  <p:cSld name="86_Title Slid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5"/>
          <p:cNvSpPr>
            <a:spLocks noGrp="1"/>
          </p:cNvSpPr>
          <p:nvPr>
            <p:ph type="pic" idx="2"/>
          </p:nvPr>
        </p:nvSpPr>
        <p:spPr>
          <a:xfrm>
            <a:off x="5263811" y="2431072"/>
            <a:ext cx="4634979" cy="34728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5_Title Slide">
  <p:cSld name="85_Title Slid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6"/>
          <p:cNvSpPr>
            <a:spLocks noGrp="1"/>
          </p:cNvSpPr>
          <p:nvPr>
            <p:ph type="pic" idx="2"/>
          </p:nvPr>
        </p:nvSpPr>
        <p:spPr>
          <a:xfrm>
            <a:off x="5371910" y="2293510"/>
            <a:ext cx="2571354" cy="34663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1" name="Google Shape;111;p76"/>
          <p:cNvSpPr>
            <a:spLocks noGrp="1"/>
          </p:cNvSpPr>
          <p:nvPr>
            <p:ph type="pic" idx="3"/>
          </p:nvPr>
        </p:nvSpPr>
        <p:spPr>
          <a:xfrm>
            <a:off x="8792370" y="2293510"/>
            <a:ext cx="2571354" cy="34663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4_Title Slide">
  <p:cSld name="84_Title Slid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7"/>
          <p:cNvSpPr>
            <a:spLocks noGrp="1"/>
          </p:cNvSpPr>
          <p:nvPr>
            <p:ph type="pic" idx="2"/>
          </p:nvPr>
        </p:nvSpPr>
        <p:spPr>
          <a:xfrm>
            <a:off x="6049906" y="2789005"/>
            <a:ext cx="4289498" cy="26962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2_Title Slide">
  <p:cSld name="82_Title Sl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8"/>
          <p:cNvSpPr>
            <a:spLocks noGrp="1"/>
          </p:cNvSpPr>
          <p:nvPr>
            <p:ph type="pic" idx="2"/>
          </p:nvPr>
        </p:nvSpPr>
        <p:spPr>
          <a:xfrm>
            <a:off x="1188418" y="1977743"/>
            <a:ext cx="1814079" cy="38986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6" name="Google Shape;116;p78"/>
          <p:cNvSpPr>
            <a:spLocks noGrp="1"/>
          </p:cNvSpPr>
          <p:nvPr>
            <p:ph type="pic" idx="3"/>
          </p:nvPr>
        </p:nvSpPr>
        <p:spPr>
          <a:xfrm>
            <a:off x="3150613" y="1977743"/>
            <a:ext cx="1814079" cy="38986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7" name="Google Shape;117;p78"/>
          <p:cNvSpPr>
            <a:spLocks noGrp="1"/>
          </p:cNvSpPr>
          <p:nvPr>
            <p:ph type="pic" idx="4"/>
          </p:nvPr>
        </p:nvSpPr>
        <p:spPr>
          <a:xfrm>
            <a:off x="5188963" y="1977743"/>
            <a:ext cx="1814079" cy="38986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8" name="Google Shape;118;p78"/>
          <p:cNvSpPr>
            <a:spLocks noGrp="1"/>
          </p:cNvSpPr>
          <p:nvPr>
            <p:ph type="pic" idx="5"/>
          </p:nvPr>
        </p:nvSpPr>
        <p:spPr>
          <a:xfrm>
            <a:off x="7226474" y="1977743"/>
            <a:ext cx="1814079" cy="38986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9" name="Google Shape;119;p78"/>
          <p:cNvSpPr>
            <a:spLocks noGrp="1"/>
          </p:cNvSpPr>
          <p:nvPr>
            <p:ph type="pic" idx="6"/>
          </p:nvPr>
        </p:nvSpPr>
        <p:spPr>
          <a:xfrm>
            <a:off x="9189507" y="1977743"/>
            <a:ext cx="1814079" cy="38986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1_Title Slide">
  <p:cSld name="81_Title Slid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9"/>
          <p:cNvSpPr>
            <a:spLocks noGrp="1"/>
          </p:cNvSpPr>
          <p:nvPr>
            <p:ph type="pic" idx="2"/>
          </p:nvPr>
        </p:nvSpPr>
        <p:spPr>
          <a:xfrm>
            <a:off x="5715741" y="2573917"/>
            <a:ext cx="1746749" cy="309015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22" name="Google Shape;122;p79"/>
          <p:cNvSpPr>
            <a:spLocks noGrp="1"/>
          </p:cNvSpPr>
          <p:nvPr>
            <p:ph type="pic" idx="3"/>
          </p:nvPr>
        </p:nvSpPr>
        <p:spPr>
          <a:xfrm>
            <a:off x="9101474" y="2573917"/>
            <a:ext cx="1746749" cy="309015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23" name="Google Shape;123;p79"/>
          <p:cNvSpPr>
            <a:spLocks noGrp="1"/>
          </p:cNvSpPr>
          <p:nvPr>
            <p:ph type="pic" idx="4"/>
          </p:nvPr>
        </p:nvSpPr>
        <p:spPr>
          <a:xfrm>
            <a:off x="7224179" y="2181434"/>
            <a:ext cx="2115605" cy="365072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0_Title Slide">
  <p:cSld name="80_Title Slid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0"/>
          <p:cNvSpPr>
            <a:spLocks noGrp="1"/>
          </p:cNvSpPr>
          <p:nvPr>
            <p:ph type="pic" idx="2"/>
          </p:nvPr>
        </p:nvSpPr>
        <p:spPr>
          <a:xfrm>
            <a:off x="6124264" y="1620426"/>
            <a:ext cx="2128675" cy="45925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26" name="Google Shape;126;p80"/>
          <p:cNvSpPr>
            <a:spLocks noGrp="1"/>
          </p:cNvSpPr>
          <p:nvPr>
            <p:ph type="pic" idx="3"/>
          </p:nvPr>
        </p:nvSpPr>
        <p:spPr>
          <a:xfrm>
            <a:off x="8740464" y="1620426"/>
            <a:ext cx="2128675" cy="45925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9_Title Slide">
  <p:cSld name="79_Title Slid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1"/>
          <p:cNvSpPr>
            <a:spLocks noGrp="1"/>
          </p:cNvSpPr>
          <p:nvPr>
            <p:ph type="pic" idx="2"/>
          </p:nvPr>
        </p:nvSpPr>
        <p:spPr>
          <a:xfrm>
            <a:off x="3259132" y="2243132"/>
            <a:ext cx="4712252" cy="26745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29" name="Google Shape;129;p81"/>
          <p:cNvSpPr>
            <a:spLocks noGrp="1"/>
          </p:cNvSpPr>
          <p:nvPr>
            <p:ph type="pic" idx="3"/>
          </p:nvPr>
        </p:nvSpPr>
        <p:spPr>
          <a:xfrm>
            <a:off x="7636279" y="3755701"/>
            <a:ext cx="3478572" cy="218653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0" name="Google Shape;130;p81"/>
          <p:cNvSpPr>
            <a:spLocks noGrp="1"/>
          </p:cNvSpPr>
          <p:nvPr>
            <p:ph type="pic" idx="4"/>
          </p:nvPr>
        </p:nvSpPr>
        <p:spPr>
          <a:xfrm>
            <a:off x="2084343" y="4026149"/>
            <a:ext cx="1498799" cy="200589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1" name="Google Shape;131;p81"/>
          <p:cNvSpPr>
            <a:spLocks noGrp="1"/>
          </p:cNvSpPr>
          <p:nvPr>
            <p:ph type="pic" idx="5"/>
          </p:nvPr>
        </p:nvSpPr>
        <p:spPr>
          <a:xfrm>
            <a:off x="1086399" y="4730646"/>
            <a:ext cx="733454" cy="130538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8_Title Slide">
  <p:cSld name="78_Title Slid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2"/>
          <p:cNvSpPr>
            <a:spLocks noGrp="1"/>
          </p:cNvSpPr>
          <p:nvPr>
            <p:ph type="pic" idx="2"/>
          </p:nvPr>
        </p:nvSpPr>
        <p:spPr>
          <a:xfrm>
            <a:off x="2" y="5219700"/>
            <a:ext cx="3988547" cy="1638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7_Title Slide">
  <p:cSld name="77_Title Slide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3"/>
          <p:cNvSpPr>
            <a:spLocks noGrp="1"/>
          </p:cNvSpPr>
          <p:nvPr>
            <p:ph type="pic" idx="2"/>
          </p:nvPr>
        </p:nvSpPr>
        <p:spPr>
          <a:xfrm>
            <a:off x="4404456" y="2200966"/>
            <a:ext cx="2743200" cy="412363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6_Title Slide">
  <p:cSld name="76_Title Slide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4"/>
          <p:cNvSpPr>
            <a:spLocks noGrp="1"/>
          </p:cNvSpPr>
          <p:nvPr>
            <p:ph type="pic" idx="2"/>
          </p:nvPr>
        </p:nvSpPr>
        <p:spPr>
          <a:xfrm>
            <a:off x="7895772" y="1"/>
            <a:ext cx="4296228" cy="19181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8" name="Google Shape;138;p84"/>
          <p:cNvSpPr>
            <a:spLocks noGrp="1"/>
          </p:cNvSpPr>
          <p:nvPr>
            <p:ph type="pic" idx="3"/>
          </p:nvPr>
        </p:nvSpPr>
        <p:spPr>
          <a:xfrm>
            <a:off x="1053513" y="2577583"/>
            <a:ext cx="2629793" cy="360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5_Title Slide">
  <p:cSld name="75_Title Slid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5"/>
          <p:cNvSpPr>
            <a:spLocks noGrp="1"/>
          </p:cNvSpPr>
          <p:nvPr>
            <p:ph type="pic" idx="2"/>
          </p:nvPr>
        </p:nvSpPr>
        <p:spPr>
          <a:xfrm>
            <a:off x="5018420" y="2181430"/>
            <a:ext cx="3060700" cy="41431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4_Title Slide">
  <p:cSld name="74_Title Slide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6"/>
          <p:cNvSpPr>
            <a:spLocks noGrp="1"/>
          </p:cNvSpPr>
          <p:nvPr>
            <p:ph type="pic" idx="2"/>
          </p:nvPr>
        </p:nvSpPr>
        <p:spPr>
          <a:xfrm>
            <a:off x="6400800" y="1"/>
            <a:ext cx="5791200" cy="224127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3_Title Slide">
  <p:cSld name="73_Title Slid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7"/>
          <p:cNvSpPr>
            <a:spLocks noGrp="1"/>
          </p:cNvSpPr>
          <p:nvPr>
            <p:ph type="pic" idx="2"/>
          </p:nvPr>
        </p:nvSpPr>
        <p:spPr>
          <a:xfrm>
            <a:off x="9156700" y="1809706"/>
            <a:ext cx="3035300" cy="504829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2_Title Slide">
  <p:cSld name="72_Title Slide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8"/>
          <p:cNvSpPr>
            <a:spLocks noGrp="1"/>
          </p:cNvSpPr>
          <p:nvPr>
            <p:ph type="pic" idx="2"/>
          </p:nvPr>
        </p:nvSpPr>
        <p:spPr>
          <a:xfrm>
            <a:off x="9124950" y="2057400"/>
            <a:ext cx="3067050" cy="480059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1_Title Slide">
  <p:cSld name="71_Title Slide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9"/>
          <p:cNvSpPr>
            <a:spLocks noGrp="1"/>
          </p:cNvSpPr>
          <p:nvPr>
            <p:ph type="pic" idx="2"/>
          </p:nvPr>
        </p:nvSpPr>
        <p:spPr>
          <a:xfrm>
            <a:off x="1058984" y="2440313"/>
            <a:ext cx="2432483" cy="36461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9_Title Slide">
  <p:cSld name="69_Title Slide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0"/>
          <p:cNvSpPr>
            <a:spLocks noGrp="1"/>
          </p:cNvSpPr>
          <p:nvPr>
            <p:ph type="pic" idx="2"/>
          </p:nvPr>
        </p:nvSpPr>
        <p:spPr>
          <a:xfrm>
            <a:off x="7574934" y="2476500"/>
            <a:ext cx="3093067" cy="438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7_Title Slide">
  <p:cSld name="67_Title Slide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1"/>
          <p:cNvSpPr>
            <a:spLocks noGrp="1"/>
          </p:cNvSpPr>
          <p:nvPr>
            <p:ph type="pic" idx="2"/>
          </p:nvPr>
        </p:nvSpPr>
        <p:spPr>
          <a:xfrm>
            <a:off x="4675079" y="2679700"/>
            <a:ext cx="2716321" cy="4178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6_Title Slide">
  <p:cSld name="66_Title Slid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2"/>
          <p:cNvSpPr>
            <a:spLocks noGrp="1"/>
          </p:cNvSpPr>
          <p:nvPr>
            <p:ph type="pic" idx="2"/>
          </p:nvPr>
        </p:nvSpPr>
        <p:spPr>
          <a:xfrm>
            <a:off x="1028701" y="2311360"/>
            <a:ext cx="5118099" cy="2654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5_Title Slide">
  <p:cSld name="65_Title Slide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3"/>
          <p:cNvSpPr>
            <a:spLocks noGrp="1"/>
          </p:cNvSpPr>
          <p:nvPr>
            <p:ph type="pic" idx="2"/>
          </p:nvPr>
        </p:nvSpPr>
        <p:spPr>
          <a:xfrm>
            <a:off x="4643616" y="2575558"/>
            <a:ext cx="2951935" cy="42824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4_Title Slide">
  <p:cSld name="64_Title Slide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4"/>
          <p:cNvSpPr>
            <a:spLocks noGrp="1"/>
          </p:cNvSpPr>
          <p:nvPr>
            <p:ph type="pic" idx="2"/>
          </p:nvPr>
        </p:nvSpPr>
        <p:spPr>
          <a:xfrm>
            <a:off x="1" y="2540000"/>
            <a:ext cx="2948378" cy="43179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3_Title Slide">
  <p:cSld name="63_Title Slid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5"/>
          <p:cNvSpPr>
            <a:spLocks noGrp="1"/>
          </p:cNvSpPr>
          <p:nvPr>
            <p:ph type="pic" idx="2"/>
          </p:nvPr>
        </p:nvSpPr>
        <p:spPr>
          <a:xfrm>
            <a:off x="0" y="5257802"/>
            <a:ext cx="3251200" cy="16001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1" name="Google Shape;161;p95"/>
          <p:cNvSpPr>
            <a:spLocks noGrp="1"/>
          </p:cNvSpPr>
          <p:nvPr>
            <p:ph type="pic" idx="3"/>
          </p:nvPr>
        </p:nvSpPr>
        <p:spPr>
          <a:xfrm>
            <a:off x="5854011" y="1082924"/>
            <a:ext cx="3630168" cy="363016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2_Title Slide">
  <p:cSld name="62_Title Slide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6"/>
          <p:cNvSpPr>
            <a:spLocks noGrp="1"/>
          </p:cNvSpPr>
          <p:nvPr>
            <p:ph type="pic" idx="2"/>
          </p:nvPr>
        </p:nvSpPr>
        <p:spPr>
          <a:xfrm>
            <a:off x="5619494" y="2"/>
            <a:ext cx="3018332" cy="45574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1_Title Slide">
  <p:cSld name="61_Title Slide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7"/>
          <p:cNvSpPr>
            <a:spLocks noGrp="1"/>
          </p:cNvSpPr>
          <p:nvPr>
            <p:ph type="pic" idx="2"/>
          </p:nvPr>
        </p:nvSpPr>
        <p:spPr>
          <a:xfrm>
            <a:off x="6319605" y="1872346"/>
            <a:ext cx="2401529" cy="445225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6" name="Google Shape;166;p97"/>
          <p:cNvSpPr>
            <a:spLocks noGrp="1"/>
          </p:cNvSpPr>
          <p:nvPr>
            <p:ph type="pic" idx="3"/>
          </p:nvPr>
        </p:nvSpPr>
        <p:spPr>
          <a:xfrm>
            <a:off x="8857208" y="1872346"/>
            <a:ext cx="2801392" cy="445225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0_Title Slide">
  <p:cSld name="60_Title Slide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8"/>
          <p:cNvSpPr>
            <a:spLocks noGrp="1"/>
          </p:cNvSpPr>
          <p:nvPr>
            <p:ph type="pic" idx="2"/>
          </p:nvPr>
        </p:nvSpPr>
        <p:spPr>
          <a:xfrm>
            <a:off x="5016500" y="1689100"/>
            <a:ext cx="2581430" cy="295596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9" name="Google Shape;169;p98"/>
          <p:cNvSpPr>
            <a:spLocks noGrp="1"/>
          </p:cNvSpPr>
          <p:nvPr>
            <p:ph type="pic" idx="3"/>
          </p:nvPr>
        </p:nvSpPr>
        <p:spPr>
          <a:xfrm>
            <a:off x="5016500" y="4765997"/>
            <a:ext cx="2581430" cy="155860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0" name="Google Shape;170;p98"/>
          <p:cNvSpPr>
            <a:spLocks noGrp="1"/>
          </p:cNvSpPr>
          <p:nvPr>
            <p:ph type="pic" idx="4"/>
          </p:nvPr>
        </p:nvSpPr>
        <p:spPr>
          <a:xfrm>
            <a:off x="7734132" y="1689101"/>
            <a:ext cx="3924469" cy="157203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1" name="Google Shape;171;p98"/>
          <p:cNvSpPr>
            <a:spLocks noGrp="1"/>
          </p:cNvSpPr>
          <p:nvPr>
            <p:ph type="pic" idx="5"/>
          </p:nvPr>
        </p:nvSpPr>
        <p:spPr>
          <a:xfrm>
            <a:off x="7734132" y="3382066"/>
            <a:ext cx="3924469" cy="294253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9_Title Slide">
  <p:cSld name="59_Title Slid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9"/>
          <p:cNvSpPr>
            <a:spLocks noGrp="1"/>
          </p:cNvSpPr>
          <p:nvPr>
            <p:ph type="pic" idx="2"/>
          </p:nvPr>
        </p:nvSpPr>
        <p:spPr>
          <a:xfrm>
            <a:off x="4187372" y="2311400"/>
            <a:ext cx="1968498" cy="293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4" name="Google Shape;174;p99"/>
          <p:cNvSpPr>
            <a:spLocks noGrp="1"/>
          </p:cNvSpPr>
          <p:nvPr>
            <p:ph type="pic" idx="3"/>
          </p:nvPr>
        </p:nvSpPr>
        <p:spPr>
          <a:xfrm>
            <a:off x="6199414" y="2311400"/>
            <a:ext cx="1968498" cy="293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5" name="Google Shape;175;p99"/>
          <p:cNvSpPr>
            <a:spLocks noGrp="1"/>
          </p:cNvSpPr>
          <p:nvPr>
            <p:ph type="pic" idx="4"/>
          </p:nvPr>
        </p:nvSpPr>
        <p:spPr>
          <a:xfrm>
            <a:off x="8211458" y="2311400"/>
            <a:ext cx="1968498" cy="293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6" name="Google Shape;176;p99"/>
          <p:cNvSpPr>
            <a:spLocks noGrp="1"/>
          </p:cNvSpPr>
          <p:nvPr>
            <p:ph type="pic" idx="5"/>
          </p:nvPr>
        </p:nvSpPr>
        <p:spPr>
          <a:xfrm>
            <a:off x="10223500" y="2311400"/>
            <a:ext cx="1968498" cy="293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8_Title Slide">
  <p:cSld name="58_Title Slide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0"/>
          <p:cNvSpPr>
            <a:spLocks noGrp="1"/>
          </p:cNvSpPr>
          <p:nvPr>
            <p:ph type="pic" idx="2"/>
          </p:nvPr>
        </p:nvSpPr>
        <p:spPr>
          <a:xfrm>
            <a:off x="1059543" y="1741714"/>
            <a:ext cx="2646136" cy="224136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9" name="Google Shape;179;p100"/>
          <p:cNvSpPr>
            <a:spLocks noGrp="1"/>
          </p:cNvSpPr>
          <p:nvPr>
            <p:ph type="pic" idx="3"/>
          </p:nvPr>
        </p:nvSpPr>
        <p:spPr>
          <a:xfrm>
            <a:off x="3802341" y="1741715"/>
            <a:ext cx="2549474" cy="224136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0" name="Google Shape;180;p100"/>
          <p:cNvSpPr>
            <a:spLocks noGrp="1"/>
          </p:cNvSpPr>
          <p:nvPr>
            <p:ph type="pic" idx="4"/>
          </p:nvPr>
        </p:nvSpPr>
        <p:spPr>
          <a:xfrm>
            <a:off x="6448477" y="1741714"/>
            <a:ext cx="5195610" cy="45854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1" name="Google Shape;181;p100"/>
          <p:cNvSpPr>
            <a:spLocks noGrp="1"/>
          </p:cNvSpPr>
          <p:nvPr>
            <p:ph type="pic" idx="5"/>
          </p:nvPr>
        </p:nvSpPr>
        <p:spPr>
          <a:xfrm>
            <a:off x="1059543" y="4085774"/>
            <a:ext cx="2646136" cy="224136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2" name="Google Shape;182;p100"/>
          <p:cNvSpPr>
            <a:spLocks noGrp="1"/>
          </p:cNvSpPr>
          <p:nvPr>
            <p:ph type="pic" idx="6"/>
          </p:nvPr>
        </p:nvSpPr>
        <p:spPr>
          <a:xfrm>
            <a:off x="3802341" y="4085776"/>
            <a:ext cx="2549474" cy="224136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7_Title Slide">
  <p:cSld name="57_Title Slid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1"/>
          <p:cNvSpPr>
            <a:spLocks noGrp="1"/>
          </p:cNvSpPr>
          <p:nvPr>
            <p:ph type="pic" idx="2"/>
          </p:nvPr>
        </p:nvSpPr>
        <p:spPr>
          <a:xfrm>
            <a:off x="735588" y="2530366"/>
            <a:ext cx="2103120" cy="263547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5" name="Google Shape;185;p101"/>
          <p:cNvSpPr>
            <a:spLocks noGrp="1"/>
          </p:cNvSpPr>
          <p:nvPr>
            <p:ph type="pic" idx="3"/>
          </p:nvPr>
        </p:nvSpPr>
        <p:spPr>
          <a:xfrm>
            <a:off x="3656588" y="2530366"/>
            <a:ext cx="2103120" cy="263547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6" name="Google Shape;186;p101"/>
          <p:cNvSpPr>
            <a:spLocks noGrp="1"/>
          </p:cNvSpPr>
          <p:nvPr>
            <p:ph type="pic" idx="4"/>
          </p:nvPr>
        </p:nvSpPr>
        <p:spPr>
          <a:xfrm>
            <a:off x="6514088" y="2530366"/>
            <a:ext cx="2103120" cy="263547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7" name="Google Shape;187;p101"/>
          <p:cNvSpPr>
            <a:spLocks noGrp="1"/>
          </p:cNvSpPr>
          <p:nvPr>
            <p:ph type="pic" idx="5"/>
          </p:nvPr>
        </p:nvSpPr>
        <p:spPr>
          <a:xfrm>
            <a:off x="9435088" y="2530366"/>
            <a:ext cx="2103120" cy="263547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6_Title Slide">
  <p:cSld name="56_Title Slide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2"/>
          <p:cNvSpPr>
            <a:spLocks noGrp="1"/>
          </p:cNvSpPr>
          <p:nvPr>
            <p:ph type="pic" idx="2"/>
          </p:nvPr>
        </p:nvSpPr>
        <p:spPr>
          <a:xfrm>
            <a:off x="-3723" y="4416105"/>
            <a:ext cx="3648622" cy="24418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90" name="Google Shape;190;p102"/>
          <p:cNvSpPr>
            <a:spLocks noGrp="1"/>
          </p:cNvSpPr>
          <p:nvPr>
            <p:ph type="pic" idx="3"/>
          </p:nvPr>
        </p:nvSpPr>
        <p:spPr>
          <a:xfrm>
            <a:off x="4140201" y="1"/>
            <a:ext cx="5588000" cy="44161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91" name="Google Shape;191;p102"/>
          <p:cNvSpPr>
            <a:spLocks noGrp="1"/>
          </p:cNvSpPr>
          <p:nvPr>
            <p:ph type="pic" idx="4"/>
          </p:nvPr>
        </p:nvSpPr>
        <p:spPr>
          <a:xfrm>
            <a:off x="7959407" y="4555807"/>
            <a:ext cx="1768794" cy="17687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5_Title Slide">
  <p:cSld name="55_Title Slide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3"/>
          <p:cNvSpPr>
            <a:spLocks noGrp="1"/>
          </p:cNvSpPr>
          <p:nvPr>
            <p:ph type="pic" idx="2"/>
          </p:nvPr>
        </p:nvSpPr>
        <p:spPr>
          <a:xfrm>
            <a:off x="7160922" y="1838327"/>
            <a:ext cx="1857375" cy="2087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94" name="Google Shape;194;p103"/>
          <p:cNvSpPr>
            <a:spLocks noGrp="1"/>
          </p:cNvSpPr>
          <p:nvPr>
            <p:ph type="pic" idx="3"/>
          </p:nvPr>
        </p:nvSpPr>
        <p:spPr>
          <a:xfrm>
            <a:off x="9154822" y="1838327"/>
            <a:ext cx="2503778" cy="43148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95" name="Google Shape;195;p103"/>
          <p:cNvSpPr>
            <a:spLocks noGrp="1"/>
          </p:cNvSpPr>
          <p:nvPr>
            <p:ph type="pic" idx="4"/>
          </p:nvPr>
        </p:nvSpPr>
        <p:spPr>
          <a:xfrm>
            <a:off x="7160922" y="4065865"/>
            <a:ext cx="1857375" cy="20872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4_Title Slide">
  <p:cSld name="54_Title Slide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4"/>
          <p:cNvSpPr>
            <a:spLocks noGrp="1"/>
          </p:cNvSpPr>
          <p:nvPr>
            <p:ph type="pic" idx="2"/>
          </p:nvPr>
        </p:nvSpPr>
        <p:spPr>
          <a:xfrm>
            <a:off x="5524828" y="1145877"/>
            <a:ext cx="6133772" cy="248993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98" name="Google Shape;198;p104"/>
          <p:cNvSpPr>
            <a:spLocks noGrp="1"/>
          </p:cNvSpPr>
          <p:nvPr>
            <p:ph type="pic" idx="3"/>
          </p:nvPr>
        </p:nvSpPr>
        <p:spPr>
          <a:xfrm>
            <a:off x="5524828" y="3819886"/>
            <a:ext cx="6133772" cy="248993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3_Title Slide">
  <p:cSld name="53_Title Slide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5"/>
          <p:cNvSpPr>
            <a:spLocks noGrp="1"/>
          </p:cNvSpPr>
          <p:nvPr>
            <p:ph type="pic" idx="2"/>
          </p:nvPr>
        </p:nvSpPr>
        <p:spPr>
          <a:xfrm>
            <a:off x="1072142" y="1888202"/>
            <a:ext cx="2195274" cy="21952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01" name="Google Shape;201;p105"/>
          <p:cNvSpPr>
            <a:spLocks noGrp="1"/>
          </p:cNvSpPr>
          <p:nvPr>
            <p:ph type="pic" idx="3"/>
          </p:nvPr>
        </p:nvSpPr>
        <p:spPr>
          <a:xfrm>
            <a:off x="3681520" y="1888202"/>
            <a:ext cx="2195274" cy="21952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02" name="Google Shape;202;p105"/>
          <p:cNvSpPr>
            <a:spLocks noGrp="1"/>
          </p:cNvSpPr>
          <p:nvPr>
            <p:ph type="pic" idx="4"/>
          </p:nvPr>
        </p:nvSpPr>
        <p:spPr>
          <a:xfrm>
            <a:off x="6290898" y="1888202"/>
            <a:ext cx="2195274" cy="21952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03" name="Google Shape;203;p105"/>
          <p:cNvSpPr>
            <a:spLocks noGrp="1"/>
          </p:cNvSpPr>
          <p:nvPr>
            <p:ph type="pic" idx="5"/>
          </p:nvPr>
        </p:nvSpPr>
        <p:spPr>
          <a:xfrm>
            <a:off x="8900277" y="1888202"/>
            <a:ext cx="2195274" cy="21952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2_Title Slide">
  <p:cSld name="52_Title Slide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6"/>
          <p:cNvSpPr>
            <a:spLocks noGrp="1"/>
          </p:cNvSpPr>
          <p:nvPr>
            <p:ph type="pic" idx="2"/>
          </p:nvPr>
        </p:nvSpPr>
        <p:spPr>
          <a:xfrm>
            <a:off x="10830523" y="584200"/>
            <a:ext cx="1361477" cy="13614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06" name="Google Shape;206;p106"/>
          <p:cNvSpPr>
            <a:spLocks noGrp="1"/>
          </p:cNvSpPr>
          <p:nvPr>
            <p:ph type="pic" idx="3"/>
          </p:nvPr>
        </p:nvSpPr>
        <p:spPr>
          <a:xfrm>
            <a:off x="2758640" y="2458134"/>
            <a:ext cx="2996332" cy="439986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1_Title Slide">
  <p:cSld name="51_Title Slide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7"/>
          <p:cNvSpPr>
            <a:spLocks noGrp="1"/>
          </p:cNvSpPr>
          <p:nvPr>
            <p:ph type="pic" idx="2"/>
          </p:nvPr>
        </p:nvSpPr>
        <p:spPr>
          <a:xfrm>
            <a:off x="1" y="2235200"/>
            <a:ext cx="4353885" cy="244022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0_Title Slide">
  <p:cSld name="50_Title Slide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8"/>
          <p:cNvSpPr>
            <a:spLocks noGrp="1"/>
          </p:cNvSpPr>
          <p:nvPr>
            <p:ph type="pic" idx="2"/>
          </p:nvPr>
        </p:nvSpPr>
        <p:spPr>
          <a:xfrm>
            <a:off x="5980957" y="2564154"/>
            <a:ext cx="2624437" cy="37604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11" name="Google Shape;211;p108"/>
          <p:cNvSpPr>
            <a:spLocks noGrp="1"/>
          </p:cNvSpPr>
          <p:nvPr>
            <p:ph type="pic" idx="3"/>
          </p:nvPr>
        </p:nvSpPr>
        <p:spPr>
          <a:xfrm>
            <a:off x="8758393" y="2564154"/>
            <a:ext cx="2624437" cy="37604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9_Title Slide">
  <p:cSld name="49_Title Slid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9"/>
          <p:cNvSpPr>
            <a:spLocks noGrp="1"/>
          </p:cNvSpPr>
          <p:nvPr>
            <p:ph type="pic" idx="2"/>
          </p:nvPr>
        </p:nvSpPr>
        <p:spPr>
          <a:xfrm>
            <a:off x="1753192" y="2410176"/>
            <a:ext cx="2256267" cy="225626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7_Title Slide">
  <p:cSld name="47_Title Slide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0"/>
          <p:cNvSpPr>
            <a:spLocks noGrp="1"/>
          </p:cNvSpPr>
          <p:nvPr>
            <p:ph type="pic" idx="2"/>
          </p:nvPr>
        </p:nvSpPr>
        <p:spPr>
          <a:xfrm>
            <a:off x="5282798" y="2436356"/>
            <a:ext cx="2765461" cy="388824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6_Title Slide">
  <p:cSld name="46_Title Slide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1"/>
          <p:cNvSpPr>
            <a:spLocks noGrp="1"/>
          </p:cNvSpPr>
          <p:nvPr>
            <p:ph type="pic" idx="2"/>
          </p:nvPr>
        </p:nvSpPr>
        <p:spPr>
          <a:xfrm>
            <a:off x="4382039" y="1759415"/>
            <a:ext cx="3418398" cy="341839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_Title Slide">
  <p:cSld name="45_Title Slide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2"/>
          <p:cNvSpPr>
            <a:spLocks noGrp="1"/>
          </p:cNvSpPr>
          <p:nvPr>
            <p:ph type="pic" idx="2"/>
          </p:nvPr>
        </p:nvSpPr>
        <p:spPr>
          <a:xfrm>
            <a:off x="0" y="2612243"/>
            <a:ext cx="2894371" cy="424575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3_Title Slide">
  <p:cSld name="43_Title Slide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3"/>
          <p:cNvSpPr>
            <a:spLocks noGrp="1"/>
          </p:cNvSpPr>
          <p:nvPr>
            <p:ph type="pic" idx="2"/>
          </p:nvPr>
        </p:nvSpPr>
        <p:spPr>
          <a:xfrm>
            <a:off x="1031641" y="2247901"/>
            <a:ext cx="2803582" cy="382666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2" name="Google Shape;222;p113"/>
          <p:cNvSpPr>
            <a:spLocks noGrp="1"/>
          </p:cNvSpPr>
          <p:nvPr>
            <p:ph type="pic" idx="3"/>
          </p:nvPr>
        </p:nvSpPr>
        <p:spPr>
          <a:xfrm>
            <a:off x="4003442" y="2247901"/>
            <a:ext cx="2254673" cy="382666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2_Title Slide">
  <p:cSld name="42_Title Slide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4"/>
          <p:cNvSpPr>
            <a:spLocks noGrp="1"/>
          </p:cNvSpPr>
          <p:nvPr>
            <p:ph type="pic" idx="2"/>
          </p:nvPr>
        </p:nvSpPr>
        <p:spPr>
          <a:xfrm>
            <a:off x="1" y="2971800"/>
            <a:ext cx="2527300" cy="3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5" name="Google Shape;225;p114"/>
          <p:cNvSpPr>
            <a:spLocks noGrp="1"/>
          </p:cNvSpPr>
          <p:nvPr>
            <p:ph type="pic" idx="3"/>
          </p:nvPr>
        </p:nvSpPr>
        <p:spPr>
          <a:xfrm>
            <a:off x="10830521" y="584200"/>
            <a:ext cx="1361477" cy="13614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0_Title Slide">
  <p:cSld name="40_Title Slide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5"/>
          <p:cNvSpPr>
            <a:spLocks noGrp="1"/>
          </p:cNvSpPr>
          <p:nvPr>
            <p:ph type="pic" idx="2"/>
          </p:nvPr>
        </p:nvSpPr>
        <p:spPr>
          <a:xfrm>
            <a:off x="0" y="2599572"/>
            <a:ext cx="2451100" cy="1943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8" name="Google Shape;228;p115"/>
          <p:cNvSpPr>
            <a:spLocks noGrp="1"/>
          </p:cNvSpPr>
          <p:nvPr>
            <p:ph type="pic" idx="3"/>
          </p:nvPr>
        </p:nvSpPr>
        <p:spPr>
          <a:xfrm>
            <a:off x="2738967" y="2599572"/>
            <a:ext cx="3213100" cy="1943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9" name="Google Shape;229;p115"/>
          <p:cNvSpPr>
            <a:spLocks noGrp="1"/>
          </p:cNvSpPr>
          <p:nvPr>
            <p:ph type="pic" idx="4"/>
          </p:nvPr>
        </p:nvSpPr>
        <p:spPr>
          <a:xfrm>
            <a:off x="6239934" y="2599572"/>
            <a:ext cx="3213100" cy="1943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0" name="Google Shape;230;p115"/>
          <p:cNvSpPr>
            <a:spLocks noGrp="1"/>
          </p:cNvSpPr>
          <p:nvPr>
            <p:ph type="pic" idx="5"/>
          </p:nvPr>
        </p:nvSpPr>
        <p:spPr>
          <a:xfrm>
            <a:off x="9740900" y="2599572"/>
            <a:ext cx="2451100" cy="1943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8_Title Slide">
  <p:cSld name="38_Title Slide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6"/>
          <p:cNvSpPr>
            <a:spLocks noGrp="1"/>
          </p:cNvSpPr>
          <p:nvPr>
            <p:ph type="pic" idx="2"/>
          </p:nvPr>
        </p:nvSpPr>
        <p:spPr>
          <a:xfrm>
            <a:off x="1792858" y="1906590"/>
            <a:ext cx="9144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3" name="Google Shape;233;p116"/>
          <p:cNvSpPr>
            <a:spLocks noGrp="1"/>
          </p:cNvSpPr>
          <p:nvPr>
            <p:ph type="pic" idx="3"/>
          </p:nvPr>
        </p:nvSpPr>
        <p:spPr>
          <a:xfrm>
            <a:off x="1792858" y="4192590"/>
            <a:ext cx="9144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4" name="Google Shape;234;p116"/>
          <p:cNvSpPr>
            <a:spLocks noGrp="1"/>
          </p:cNvSpPr>
          <p:nvPr>
            <p:ph type="pic" idx="4"/>
          </p:nvPr>
        </p:nvSpPr>
        <p:spPr>
          <a:xfrm>
            <a:off x="4379425" y="1906590"/>
            <a:ext cx="9144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5" name="Google Shape;235;p116"/>
          <p:cNvSpPr>
            <a:spLocks noGrp="1"/>
          </p:cNvSpPr>
          <p:nvPr>
            <p:ph type="pic" idx="5"/>
          </p:nvPr>
        </p:nvSpPr>
        <p:spPr>
          <a:xfrm>
            <a:off x="4379425" y="4192590"/>
            <a:ext cx="9144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6" name="Google Shape;236;p116"/>
          <p:cNvSpPr>
            <a:spLocks noGrp="1"/>
          </p:cNvSpPr>
          <p:nvPr>
            <p:ph type="pic" idx="6"/>
          </p:nvPr>
        </p:nvSpPr>
        <p:spPr>
          <a:xfrm>
            <a:off x="6965992" y="1906590"/>
            <a:ext cx="9144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7" name="Google Shape;237;p116"/>
          <p:cNvSpPr>
            <a:spLocks noGrp="1"/>
          </p:cNvSpPr>
          <p:nvPr>
            <p:ph type="pic" idx="7"/>
          </p:nvPr>
        </p:nvSpPr>
        <p:spPr>
          <a:xfrm>
            <a:off x="6965992" y="4192590"/>
            <a:ext cx="9144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8" name="Google Shape;238;p116"/>
          <p:cNvSpPr>
            <a:spLocks noGrp="1"/>
          </p:cNvSpPr>
          <p:nvPr>
            <p:ph type="pic" idx="8"/>
          </p:nvPr>
        </p:nvSpPr>
        <p:spPr>
          <a:xfrm>
            <a:off x="9552558" y="1906590"/>
            <a:ext cx="9144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9" name="Google Shape;239;p116"/>
          <p:cNvSpPr>
            <a:spLocks noGrp="1"/>
          </p:cNvSpPr>
          <p:nvPr>
            <p:ph type="pic" idx="9"/>
          </p:nvPr>
        </p:nvSpPr>
        <p:spPr>
          <a:xfrm>
            <a:off x="9552558" y="4192590"/>
            <a:ext cx="9144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7_Title Slide">
  <p:cSld name="37_Title Slide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7"/>
          <p:cNvSpPr>
            <a:spLocks noGrp="1"/>
          </p:cNvSpPr>
          <p:nvPr>
            <p:ph type="pic" idx="2"/>
          </p:nvPr>
        </p:nvSpPr>
        <p:spPr>
          <a:xfrm>
            <a:off x="1130672" y="2193664"/>
            <a:ext cx="1472650" cy="14726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2" name="Google Shape;242;p117"/>
          <p:cNvSpPr>
            <a:spLocks noGrp="1"/>
          </p:cNvSpPr>
          <p:nvPr>
            <p:ph type="pic" idx="3"/>
          </p:nvPr>
        </p:nvSpPr>
        <p:spPr>
          <a:xfrm>
            <a:off x="1130673" y="4555864"/>
            <a:ext cx="1472650" cy="14726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3" name="Google Shape;243;p117"/>
          <p:cNvSpPr>
            <a:spLocks noGrp="1"/>
          </p:cNvSpPr>
          <p:nvPr>
            <p:ph type="pic" idx="4"/>
          </p:nvPr>
        </p:nvSpPr>
        <p:spPr>
          <a:xfrm>
            <a:off x="6604373" y="2193664"/>
            <a:ext cx="1472650" cy="14726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4" name="Google Shape;244;p117"/>
          <p:cNvSpPr>
            <a:spLocks noGrp="1"/>
          </p:cNvSpPr>
          <p:nvPr>
            <p:ph type="pic" idx="5"/>
          </p:nvPr>
        </p:nvSpPr>
        <p:spPr>
          <a:xfrm>
            <a:off x="6604373" y="4555864"/>
            <a:ext cx="1472650" cy="14726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6_Title Slide">
  <p:cSld name="36_Title Slide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8"/>
          <p:cNvSpPr>
            <a:spLocks noGrp="1"/>
          </p:cNvSpPr>
          <p:nvPr>
            <p:ph type="pic" idx="2"/>
          </p:nvPr>
        </p:nvSpPr>
        <p:spPr>
          <a:xfrm>
            <a:off x="3975100" y="2692400"/>
            <a:ext cx="2501900" cy="299926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5_Title Slide">
  <p:cSld name="35_Title Slide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9"/>
          <p:cNvSpPr>
            <a:spLocks noGrp="1"/>
          </p:cNvSpPr>
          <p:nvPr>
            <p:ph type="pic" idx="2"/>
          </p:nvPr>
        </p:nvSpPr>
        <p:spPr>
          <a:xfrm>
            <a:off x="2192070" y="2135941"/>
            <a:ext cx="1407063" cy="14070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9" name="Google Shape;249;p119"/>
          <p:cNvSpPr>
            <a:spLocks noGrp="1"/>
          </p:cNvSpPr>
          <p:nvPr>
            <p:ph type="pic" idx="3"/>
          </p:nvPr>
        </p:nvSpPr>
        <p:spPr>
          <a:xfrm>
            <a:off x="5392470" y="2135941"/>
            <a:ext cx="1407063" cy="14070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0" name="Google Shape;250;p119"/>
          <p:cNvSpPr>
            <a:spLocks noGrp="1"/>
          </p:cNvSpPr>
          <p:nvPr>
            <p:ph type="pic" idx="4"/>
          </p:nvPr>
        </p:nvSpPr>
        <p:spPr>
          <a:xfrm>
            <a:off x="8592870" y="2135941"/>
            <a:ext cx="1407063" cy="14070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Title Slide">
  <p:cSld name="34_Title Slide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0"/>
          <p:cNvSpPr>
            <a:spLocks noGrp="1"/>
          </p:cNvSpPr>
          <p:nvPr>
            <p:ph type="pic" idx="2"/>
          </p:nvPr>
        </p:nvSpPr>
        <p:spPr>
          <a:xfrm>
            <a:off x="6631198" y="2098303"/>
            <a:ext cx="2878264" cy="389470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Title Slide">
  <p:cSld name="31_Title Slide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1"/>
          <p:cNvSpPr>
            <a:spLocks noGrp="1"/>
          </p:cNvSpPr>
          <p:nvPr>
            <p:ph type="pic" idx="2"/>
          </p:nvPr>
        </p:nvSpPr>
        <p:spPr>
          <a:xfrm>
            <a:off x="4583006" y="2583133"/>
            <a:ext cx="3238500" cy="427486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Title Slide">
  <p:cSld name="30_Title Slide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2"/>
          <p:cNvSpPr>
            <a:spLocks noGrp="1"/>
          </p:cNvSpPr>
          <p:nvPr>
            <p:ph type="pic" idx="2"/>
          </p:nvPr>
        </p:nvSpPr>
        <p:spPr>
          <a:xfrm>
            <a:off x="6578600" y="2654300"/>
            <a:ext cx="3454400" cy="42037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Slide">
  <p:cSld name="28_Title Slide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3"/>
          <p:cNvSpPr>
            <a:spLocks noGrp="1"/>
          </p:cNvSpPr>
          <p:nvPr>
            <p:ph type="pic" idx="2"/>
          </p:nvPr>
        </p:nvSpPr>
        <p:spPr>
          <a:xfrm>
            <a:off x="2636597" y="1386296"/>
            <a:ext cx="2358470" cy="23584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Slide">
  <p:cSld name="26_Title Slide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4"/>
          <p:cNvSpPr>
            <a:spLocks noGrp="1"/>
          </p:cNvSpPr>
          <p:nvPr>
            <p:ph type="pic" idx="2"/>
          </p:nvPr>
        </p:nvSpPr>
        <p:spPr>
          <a:xfrm>
            <a:off x="4699000" y="2673480"/>
            <a:ext cx="2220914" cy="418452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61" name="Google Shape;261;p124"/>
          <p:cNvSpPr>
            <a:spLocks noGrp="1"/>
          </p:cNvSpPr>
          <p:nvPr>
            <p:ph type="pic" idx="3"/>
          </p:nvPr>
        </p:nvSpPr>
        <p:spPr>
          <a:xfrm>
            <a:off x="6919914" y="0"/>
            <a:ext cx="2522536" cy="267348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Slide">
  <p:cSld name="25_Title Slide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5"/>
          <p:cNvSpPr>
            <a:spLocks noGrp="1"/>
          </p:cNvSpPr>
          <p:nvPr>
            <p:ph type="pic" idx="2"/>
          </p:nvPr>
        </p:nvSpPr>
        <p:spPr>
          <a:xfrm>
            <a:off x="5236029" y="1828800"/>
            <a:ext cx="2859314" cy="41819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64" name="Google Shape;264;p125"/>
          <p:cNvSpPr>
            <a:spLocks noGrp="1"/>
          </p:cNvSpPr>
          <p:nvPr>
            <p:ph type="pic" idx="3"/>
          </p:nvPr>
        </p:nvSpPr>
        <p:spPr>
          <a:xfrm>
            <a:off x="8253640" y="1839990"/>
            <a:ext cx="2859314" cy="245488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65" name="Google Shape;265;p125"/>
          <p:cNvSpPr>
            <a:spLocks noGrp="1"/>
          </p:cNvSpPr>
          <p:nvPr>
            <p:ph type="pic" idx="4"/>
          </p:nvPr>
        </p:nvSpPr>
        <p:spPr>
          <a:xfrm>
            <a:off x="8253640" y="4441982"/>
            <a:ext cx="2859314" cy="156874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Slide">
  <p:cSld name="24_Title Slide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6"/>
          <p:cNvSpPr>
            <a:spLocks noGrp="1"/>
          </p:cNvSpPr>
          <p:nvPr>
            <p:ph type="pic" idx="2"/>
          </p:nvPr>
        </p:nvSpPr>
        <p:spPr>
          <a:xfrm>
            <a:off x="1090613" y="1987550"/>
            <a:ext cx="4832350" cy="203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68" name="Google Shape;268;p126"/>
          <p:cNvSpPr>
            <a:spLocks noGrp="1"/>
          </p:cNvSpPr>
          <p:nvPr>
            <p:ph type="pic" idx="3"/>
          </p:nvPr>
        </p:nvSpPr>
        <p:spPr>
          <a:xfrm>
            <a:off x="6000751" y="1987550"/>
            <a:ext cx="2508250" cy="203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69" name="Google Shape;269;p126"/>
          <p:cNvSpPr>
            <a:spLocks noGrp="1"/>
          </p:cNvSpPr>
          <p:nvPr>
            <p:ph type="pic" idx="4"/>
          </p:nvPr>
        </p:nvSpPr>
        <p:spPr>
          <a:xfrm>
            <a:off x="8585201" y="1987550"/>
            <a:ext cx="2516188" cy="203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70" name="Google Shape;270;p126"/>
          <p:cNvSpPr>
            <a:spLocks noGrp="1"/>
          </p:cNvSpPr>
          <p:nvPr>
            <p:ph type="pic" idx="5"/>
          </p:nvPr>
        </p:nvSpPr>
        <p:spPr>
          <a:xfrm>
            <a:off x="7886701" y="4102100"/>
            <a:ext cx="3214688" cy="203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71" name="Google Shape;271;p126"/>
          <p:cNvSpPr>
            <a:spLocks noGrp="1"/>
          </p:cNvSpPr>
          <p:nvPr>
            <p:ph type="pic" idx="6"/>
          </p:nvPr>
        </p:nvSpPr>
        <p:spPr>
          <a:xfrm>
            <a:off x="3648076" y="4102100"/>
            <a:ext cx="4162425" cy="203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72" name="Google Shape;272;p126"/>
          <p:cNvSpPr>
            <a:spLocks noGrp="1"/>
          </p:cNvSpPr>
          <p:nvPr>
            <p:ph type="pic" idx="7"/>
          </p:nvPr>
        </p:nvSpPr>
        <p:spPr>
          <a:xfrm>
            <a:off x="1090613" y="4102100"/>
            <a:ext cx="2479675" cy="203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Title Slide">
  <p:cSld name="23_Title Slide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7"/>
          <p:cNvSpPr>
            <a:spLocks noGrp="1"/>
          </p:cNvSpPr>
          <p:nvPr>
            <p:ph type="pic" idx="2"/>
          </p:nvPr>
        </p:nvSpPr>
        <p:spPr>
          <a:xfrm>
            <a:off x="0" y="5338916"/>
            <a:ext cx="1519084" cy="151908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75" name="Google Shape;275;p127"/>
          <p:cNvSpPr>
            <a:spLocks noGrp="1"/>
          </p:cNvSpPr>
          <p:nvPr>
            <p:ph type="pic" idx="3"/>
          </p:nvPr>
        </p:nvSpPr>
        <p:spPr>
          <a:xfrm>
            <a:off x="6149697" y="1905001"/>
            <a:ext cx="2595504" cy="40786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76" name="Google Shape;276;p127"/>
          <p:cNvSpPr>
            <a:spLocks noGrp="1"/>
          </p:cNvSpPr>
          <p:nvPr>
            <p:ph type="pic" idx="4"/>
          </p:nvPr>
        </p:nvSpPr>
        <p:spPr>
          <a:xfrm>
            <a:off x="8857364" y="1905001"/>
            <a:ext cx="2595504" cy="40786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 Slide">
  <p:cSld name="22_Title Slide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8"/>
          <p:cNvSpPr>
            <a:spLocks noGrp="1"/>
          </p:cNvSpPr>
          <p:nvPr>
            <p:ph type="pic" idx="2"/>
          </p:nvPr>
        </p:nvSpPr>
        <p:spPr>
          <a:xfrm>
            <a:off x="7321623" y="2757467"/>
            <a:ext cx="3733868" cy="277798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79" name="Google Shape;279;p128"/>
          <p:cNvSpPr>
            <a:spLocks noGrp="1"/>
          </p:cNvSpPr>
          <p:nvPr>
            <p:ph type="pic" idx="3"/>
          </p:nvPr>
        </p:nvSpPr>
        <p:spPr>
          <a:xfrm>
            <a:off x="5080096" y="2431903"/>
            <a:ext cx="2517211" cy="328558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0" name="Google Shape;280;p128"/>
          <p:cNvSpPr>
            <a:spLocks noGrp="1"/>
          </p:cNvSpPr>
          <p:nvPr>
            <p:ph type="pic" idx="4"/>
          </p:nvPr>
        </p:nvSpPr>
        <p:spPr>
          <a:xfrm>
            <a:off x="6855496" y="3605196"/>
            <a:ext cx="1140677" cy="24512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Title Slide">
  <p:cSld name="21_Title Slide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9"/>
          <p:cNvSpPr>
            <a:spLocks noGrp="1"/>
          </p:cNvSpPr>
          <p:nvPr>
            <p:ph type="pic" idx="2"/>
          </p:nvPr>
        </p:nvSpPr>
        <p:spPr>
          <a:xfrm>
            <a:off x="5763947" y="2481301"/>
            <a:ext cx="4621113" cy="35033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Slide">
  <p:cSld name="20_Title Slide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0"/>
          <p:cNvSpPr>
            <a:spLocks noGrp="1"/>
          </p:cNvSpPr>
          <p:nvPr>
            <p:ph type="pic" idx="2"/>
          </p:nvPr>
        </p:nvSpPr>
        <p:spPr>
          <a:xfrm>
            <a:off x="5832220" y="2121556"/>
            <a:ext cx="5121354" cy="33531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Title Slide">
  <p:cSld name="18_Title Slide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1"/>
          <p:cNvSpPr>
            <a:spLocks noGrp="1"/>
          </p:cNvSpPr>
          <p:nvPr>
            <p:ph type="pic" idx="2"/>
          </p:nvPr>
        </p:nvSpPr>
        <p:spPr>
          <a:xfrm>
            <a:off x="5904033" y="1477537"/>
            <a:ext cx="2214000" cy="482165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7" name="Google Shape;287;p131"/>
          <p:cNvSpPr>
            <a:spLocks noGrp="1"/>
          </p:cNvSpPr>
          <p:nvPr>
            <p:ph type="pic" idx="3"/>
          </p:nvPr>
        </p:nvSpPr>
        <p:spPr>
          <a:xfrm>
            <a:off x="8545633" y="1477537"/>
            <a:ext cx="2214000" cy="482165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Slide">
  <p:cSld name="17_Title Slide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2"/>
          <p:cNvSpPr>
            <a:spLocks noGrp="1"/>
          </p:cNvSpPr>
          <p:nvPr>
            <p:ph type="pic" idx="2"/>
          </p:nvPr>
        </p:nvSpPr>
        <p:spPr>
          <a:xfrm>
            <a:off x="2072270" y="2231392"/>
            <a:ext cx="1969774" cy="198406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90" name="Google Shape;290;p132"/>
          <p:cNvSpPr>
            <a:spLocks noGrp="1"/>
          </p:cNvSpPr>
          <p:nvPr>
            <p:ph type="pic" idx="3"/>
          </p:nvPr>
        </p:nvSpPr>
        <p:spPr>
          <a:xfrm>
            <a:off x="5111114" y="2231392"/>
            <a:ext cx="1969774" cy="198406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91" name="Google Shape;291;p132"/>
          <p:cNvSpPr>
            <a:spLocks noGrp="1"/>
          </p:cNvSpPr>
          <p:nvPr>
            <p:ph type="pic" idx="4"/>
          </p:nvPr>
        </p:nvSpPr>
        <p:spPr>
          <a:xfrm>
            <a:off x="8149958" y="2231392"/>
            <a:ext cx="1969774" cy="198406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Slide">
  <p:cSld name="15_Title Slide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3"/>
          <p:cNvSpPr>
            <a:spLocks noGrp="1"/>
          </p:cNvSpPr>
          <p:nvPr>
            <p:ph type="pic" idx="2"/>
          </p:nvPr>
        </p:nvSpPr>
        <p:spPr>
          <a:xfrm>
            <a:off x="4475244" y="2628900"/>
            <a:ext cx="2253252" cy="335461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94" name="Google Shape;294;p133"/>
          <p:cNvSpPr>
            <a:spLocks noGrp="1"/>
          </p:cNvSpPr>
          <p:nvPr>
            <p:ph type="pic" idx="3"/>
          </p:nvPr>
        </p:nvSpPr>
        <p:spPr>
          <a:xfrm>
            <a:off x="6940296" y="2628900"/>
            <a:ext cx="2253252" cy="335461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95" name="Google Shape;295;p133"/>
          <p:cNvSpPr>
            <a:spLocks noGrp="1"/>
          </p:cNvSpPr>
          <p:nvPr>
            <p:ph type="pic" idx="4"/>
          </p:nvPr>
        </p:nvSpPr>
        <p:spPr>
          <a:xfrm>
            <a:off x="9405348" y="2628900"/>
            <a:ext cx="2253252" cy="335461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4"/>
          <p:cNvSpPr>
            <a:spLocks noGrp="1"/>
          </p:cNvSpPr>
          <p:nvPr>
            <p:ph type="pic" idx="2"/>
          </p:nvPr>
        </p:nvSpPr>
        <p:spPr>
          <a:xfrm>
            <a:off x="9486900" y="0"/>
            <a:ext cx="27051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5"/>
          <p:cNvSpPr>
            <a:spLocks noGrp="1"/>
          </p:cNvSpPr>
          <p:nvPr>
            <p:ph type="pic" idx="2"/>
          </p:nvPr>
        </p:nvSpPr>
        <p:spPr>
          <a:xfrm>
            <a:off x="8846678" y="2131399"/>
            <a:ext cx="3345323" cy="41932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6"/>
          <p:cNvSpPr>
            <a:spLocks noGrp="1"/>
          </p:cNvSpPr>
          <p:nvPr>
            <p:ph type="pic" idx="2"/>
          </p:nvPr>
        </p:nvSpPr>
        <p:spPr>
          <a:xfrm>
            <a:off x="990983" y="2262166"/>
            <a:ext cx="5430083" cy="405723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7"/>
          <p:cNvSpPr>
            <a:spLocks noGrp="1"/>
          </p:cNvSpPr>
          <p:nvPr>
            <p:ph type="pic" idx="2"/>
          </p:nvPr>
        </p:nvSpPr>
        <p:spPr>
          <a:xfrm>
            <a:off x="2953655" y="2414095"/>
            <a:ext cx="1992690" cy="196000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4" name="Google Shape;304;p137"/>
          <p:cNvSpPr>
            <a:spLocks noGrp="1"/>
          </p:cNvSpPr>
          <p:nvPr>
            <p:ph type="pic" idx="3"/>
          </p:nvPr>
        </p:nvSpPr>
        <p:spPr>
          <a:xfrm>
            <a:off x="5099654" y="2414095"/>
            <a:ext cx="1992690" cy="196000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5" name="Google Shape;305;p137"/>
          <p:cNvSpPr>
            <a:spLocks noGrp="1"/>
          </p:cNvSpPr>
          <p:nvPr>
            <p:ph type="pic" idx="4"/>
          </p:nvPr>
        </p:nvSpPr>
        <p:spPr>
          <a:xfrm>
            <a:off x="7245651" y="2414095"/>
            <a:ext cx="1992690" cy="196000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8"/>
          <p:cNvSpPr>
            <a:spLocks noGrp="1"/>
          </p:cNvSpPr>
          <p:nvPr>
            <p:ph type="pic" idx="2"/>
          </p:nvPr>
        </p:nvSpPr>
        <p:spPr>
          <a:xfrm>
            <a:off x="6172653" y="4459520"/>
            <a:ext cx="5468048" cy="186508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8" name="Google Shape;308;p138"/>
          <p:cNvSpPr>
            <a:spLocks noGrp="1"/>
          </p:cNvSpPr>
          <p:nvPr>
            <p:ph type="pic" idx="3"/>
          </p:nvPr>
        </p:nvSpPr>
        <p:spPr>
          <a:xfrm>
            <a:off x="1051560" y="2012956"/>
            <a:ext cx="4967784" cy="229325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9"/>
          <p:cNvSpPr>
            <a:spLocks noGrp="1"/>
          </p:cNvSpPr>
          <p:nvPr>
            <p:ph type="pic" idx="2"/>
          </p:nvPr>
        </p:nvSpPr>
        <p:spPr>
          <a:xfrm>
            <a:off x="6474747" y="1130300"/>
            <a:ext cx="5165959" cy="34782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0"/>
          <p:cNvSpPr>
            <a:spLocks noGrp="1"/>
          </p:cNvSpPr>
          <p:nvPr>
            <p:ph type="pic" idx="2"/>
          </p:nvPr>
        </p:nvSpPr>
        <p:spPr>
          <a:xfrm>
            <a:off x="8851900" y="0"/>
            <a:ext cx="33401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1"/>
          <p:cNvSpPr>
            <a:spLocks noGrp="1"/>
          </p:cNvSpPr>
          <p:nvPr>
            <p:ph type="pic" idx="2"/>
          </p:nvPr>
        </p:nvSpPr>
        <p:spPr>
          <a:xfrm>
            <a:off x="4762720" y="2260600"/>
            <a:ext cx="3174780" cy="4064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2"/>
          <p:cNvSpPr>
            <a:spLocks noGrp="1"/>
          </p:cNvSpPr>
          <p:nvPr>
            <p:ph type="pic" idx="2"/>
          </p:nvPr>
        </p:nvSpPr>
        <p:spPr>
          <a:xfrm>
            <a:off x="930041" y="3124200"/>
            <a:ext cx="5118100" cy="32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3"/>
          <p:cNvSpPr>
            <a:spLocks noGrp="1"/>
          </p:cNvSpPr>
          <p:nvPr>
            <p:ph type="pic" idx="2"/>
          </p:nvPr>
        </p:nvSpPr>
        <p:spPr>
          <a:xfrm>
            <a:off x="1778001" y="2793924"/>
            <a:ext cx="3394583" cy="406407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  <p:sldLayoutId id="2147483728" r:id="rId80"/>
    <p:sldLayoutId id="2147483729" r:id="rId81"/>
    <p:sldLayoutId id="2147483730" r:id="rId82"/>
    <p:sldLayoutId id="2147483731" r:id="rId83"/>
    <p:sldLayoutId id="2147483732" r:id="rId84"/>
    <p:sldLayoutId id="2147483733" r:id="rId85"/>
    <p:sldLayoutId id="2147483734" r:id="rId86"/>
    <p:sldLayoutId id="2147483735" r:id="rId87"/>
    <p:sldLayoutId id="2147483736" r:id="rId88"/>
    <p:sldLayoutId id="2147483737" r:id="rId89"/>
    <p:sldLayoutId id="2147483738" r:id="rId90"/>
    <p:sldLayoutId id="2147483739" r:id="rId91"/>
    <p:sldLayoutId id="2147483740" r:id="rId92"/>
    <p:sldLayoutId id="2147483741" r:id="rId93"/>
    <p:sldLayoutId id="2147483742" r:id="rId94"/>
    <p:sldLayoutId id="2147483743" r:id="rId95"/>
    <p:sldLayoutId id="2147483744" r:id="rId96"/>
    <p:sldLayoutId id="2147483745" r:id="rId97"/>
    <p:sldLayoutId id="2147483746" r:id="rId98"/>
    <p:sldLayoutId id="2147483747" r:id="rId99"/>
    <p:sldLayoutId id="2147483748" r:id="rId100"/>
    <p:sldLayoutId id="2147483749" r:id="rId101"/>
    <p:sldLayoutId id="2147483750" r:id="rId102"/>
    <p:sldLayoutId id="2147483751" r:id="rId103"/>
    <p:sldLayoutId id="2147483752" r:id="rId10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"/>
          <p:cNvSpPr/>
          <p:nvPr/>
        </p:nvSpPr>
        <p:spPr>
          <a:xfrm flipH="1">
            <a:off x="3619500" y="1"/>
            <a:ext cx="8572500" cy="68580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"/>
          <p:cNvSpPr txBox="1"/>
          <p:nvPr/>
        </p:nvSpPr>
        <p:spPr>
          <a:xfrm>
            <a:off x="5886100" y="1880607"/>
            <a:ext cx="61359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PE" sz="4700" b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Guía Rápida de Descarga y Visualización de Datos del SINADEF</a:t>
            </a:r>
            <a:endParaRPr sz="4700" b="1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5" name="Google Shape;325;p1"/>
          <p:cNvGrpSpPr/>
          <p:nvPr/>
        </p:nvGrpSpPr>
        <p:grpSpPr>
          <a:xfrm>
            <a:off x="10214139" y="5267600"/>
            <a:ext cx="1442876" cy="1055415"/>
            <a:chOff x="9742316" y="4858326"/>
            <a:chExt cx="1587162" cy="1160957"/>
          </a:xfrm>
        </p:grpSpPr>
        <p:sp>
          <p:nvSpPr>
            <p:cNvPr id="326" name="Google Shape;326;p1"/>
            <p:cNvSpPr/>
            <p:nvPr/>
          </p:nvSpPr>
          <p:spPr>
            <a:xfrm>
              <a:off x="9742316" y="4858326"/>
              <a:ext cx="57443" cy="57443"/>
            </a:xfrm>
            <a:prstGeom prst="ellipse">
              <a:avLst/>
            </a:prstGeom>
            <a:solidFill>
              <a:schemeClr val="accent3">
                <a:alpha val="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"/>
            <p:cNvSpPr/>
            <p:nvPr/>
          </p:nvSpPr>
          <p:spPr>
            <a:xfrm>
              <a:off x="9742316" y="5079029"/>
              <a:ext cx="57443" cy="5744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"/>
            <p:cNvSpPr/>
            <p:nvPr/>
          </p:nvSpPr>
          <p:spPr>
            <a:xfrm>
              <a:off x="9742316" y="5299732"/>
              <a:ext cx="57443" cy="57443"/>
            </a:xfrm>
            <a:prstGeom prst="ellipse">
              <a:avLst/>
            </a:prstGeom>
            <a:solidFill>
              <a:schemeClr val="accent3">
                <a:alpha val="2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"/>
            <p:cNvSpPr/>
            <p:nvPr/>
          </p:nvSpPr>
          <p:spPr>
            <a:xfrm>
              <a:off x="9742316" y="5520435"/>
              <a:ext cx="57443" cy="57443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"/>
            <p:cNvSpPr/>
            <p:nvPr/>
          </p:nvSpPr>
          <p:spPr>
            <a:xfrm>
              <a:off x="9742316" y="5741138"/>
              <a:ext cx="57443" cy="57443"/>
            </a:xfrm>
            <a:prstGeom prst="ellipse">
              <a:avLst/>
            </a:prstGeom>
            <a:solidFill>
              <a:schemeClr val="accent3">
                <a:alpha val="4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"/>
            <p:cNvSpPr/>
            <p:nvPr/>
          </p:nvSpPr>
          <p:spPr>
            <a:xfrm>
              <a:off x="9742316" y="5961840"/>
              <a:ext cx="57443" cy="57443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"/>
            <p:cNvSpPr/>
            <p:nvPr/>
          </p:nvSpPr>
          <p:spPr>
            <a:xfrm>
              <a:off x="9960848" y="4858326"/>
              <a:ext cx="57443" cy="57443"/>
            </a:xfrm>
            <a:prstGeom prst="ellipse">
              <a:avLst/>
            </a:prstGeom>
            <a:solidFill>
              <a:schemeClr val="accent3">
                <a:alpha val="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"/>
            <p:cNvSpPr/>
            <p:nvPr/>
          </p:nvSpPr>
          <p:spPr>
            <a:xfrm>
              <a:off x="9960848" y="5079029"/>
              <a:ext cx="57443" cy="5744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"/>
            <p:cNvSpPr/>
            <p:nvPr/>
          </p:nvSpPr>
          <p:spPr>
            <a:xfrm>
              <a:off x="9960848" y="5299732"/>
              <a:ext cx="57443" cy="57443"/>
            </a:xfrm>
            <a:prstGeom prst="ellipse">
              <a:avLst/>
            </a:prstGeom>
            <a:solidFill>
              <a:schemeClr val="accent3">
                <a:alpha val="2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"/>
            <p:cNvSpPr/>
            <p:nvPr/>
          </p:nvSpPr>
          <p:spPr>
            <a:xfrm>
              <a:off x="9960848" y="5520435"/>
              <a:ext cx="57443" cy="57443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"/>
            <p:cNvSpPr/>
            <p:nvPr/>
          </p:nvSpPr>
          <p:spPr>
            <a:xfrm>
              <a:off x="9960848" y="5741138"/>
              <a:ext cx="57443" cy="57443"/>
            </a:xfrm>
            <a:prstGeom prst="ellipse">
              <a:avLst/>
            </a:prstGeom>
            <a:solidFill>
              <a:schemeClr val="accent3">
                <a:alpha val="4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"/>
            <p:cNvSpPr/>
            <p:nvPr/>
          </p:nvSpPr>
          <p:spPr>
            <a:xfrm>
              <a:off x="9960848" y="5961840"/>
              <a:ext cx="57443" cy="57443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"/>
            <p:cNvSpPr/>
            <p:nvPr/>
          </p:nvSpPr>
          <p:spPr>
            <a:xfrm>
              <a:off x="10179379" y="4858326"/>
              <a:ext cx="57443" cy="57443"/>
            </a:xfrm>
            <a:prstGeom prst="ellipse">
              <a:avLst/>
            </a:prstGeom>
            <a:solidFill>
              <a:schemeClr val="accent3">
                <a:alpha val="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"/>
            <p:cNvSpPr/>
            <p:nvPr/>
          </p:nvSpPr>
          <p:spPr>
            <a:xfrm>
              <a:off x="10179379" y="5079029"/>
              <a:ext cx="57443" cy="5744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"/>
            <p:cNvSpPr/>
            <p:nvPr/>
          </p:nvSpPr>
          <p:spPr>
            <a:xfrm>
              <a:off x="10179379" y="5299732"/>
              <a:ext cx="57443" cy="57443"/>
            </a:xfrm>
            <a:prstGeom prst="ellipse">
              <a:avLst/>
            </a:prstGeom>
            <a:solidFill>
              <a:schemeClr val="accent3">
                <a:alpha val="2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"/>
            <p:cNvSpPr/>
            <p:nvPr/>
          </p:nvSpPr>
          <p:spPr>
            <a:xfrm>
              <a:off x="10179379" y="5520435"/>
              <a:ext cx="57443" cy="57443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"/>
            <p:cNvSpPr/>
            <p:nvPr/>
          </p:nvSpPr>
          <p:spPr>
            <a:xfrm>
              <a:off x="10179379" y="5741138"/>
              <a:ext cx="57443" cy="57443"/>
            </a:xfrm>
            <a:prstGeom prst="ellipse">
              <a:avLst/>
            </a:prstGeom>
            <a:solidFill>
              <a:schemeClr val="accent3">
                <a:alpha val="4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"/>
            <p:cNvSpPr/>
            <p:nvPr/>
          </p:nvSpPr>
          <p:spPr>
            <a:xfrm>
              <a:off x="10179379" y="5961840"/>
              <a:ext cx="57443" cy="57443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"/>
            <p:cNvSpPr/>
            <p:nvPr/>
          </p:nvSpPr>
          <p:spPr>
            <a:xfrm>
              <a:off x="10397911" y="4858326"/>
              <a:ext cx="57443" cy="57443"/>
            </a:xfrm>
            <a:prstGeom prst="ellipse">
              <a:avLst/>
            </a:prstGeom>
            <a:solidFill>
              <a:schemeClr val="accent3">
                <a:alpha val="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"/>
            <p:cNvSpPr/>
            <p:nvPr/>
          </p:nvSpPr>
          <p:spPr>
            <a:xfrm>
              <a:off x="10397911" y="5079029"/>
              <a:ext cx="57443" cy="5744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"/>
            <p:cNvSpPr/>
            <p:nvPr/>
          </p:nvSpPr>
          <p:spPr>
            <a:xfrm>
              <a:off x="10397911" y="5299732"/>
              <a:ext cx="57443" cy="57443"/>
            </a:xfrm>
            <a:prstGeom prst="ellipse">
              <a:avLst/>
            </a:prstGeom>
            <a:solidFill>
              <a:schemeClr val="accent3">
                <a:alpha val="2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"/>
            <p:cNvSpPr/>
            <p:nvPr/>
          </p:nvSpPr>
          <p:spPr>
            <a:xfrm>
              <a:off x="10397911" y="5520435"/>
              <a:ext cx="57443" cy="57443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"/>
            <p:cNvSpPr/>
            <p:nvPr/>
          </p:nvSpPr>
          <p:spPr>
            <a:xfrm>
              <a:off x="10397911" y="5741138"/>
              <a:ext cx="57443" cy="57443"/>
            </a:xfrm>
            <a:prstGeom prst="ellipse">
              <a:avLst/>
            </a:prstGeom>
            <a:solidFill>
              <a:schemeClr val="accent3">
                <a:alpha val="4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"/>
            <p:cNvSpPr/>
            <p:nvPr/>
          </p:nvSpPr>
          <p:spPr>
            <a:xfrm>
              <a:off x="10397911" y="5961840"/>
              <a:ext cx="57443" cy="57443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"/>
            <p:cNvSpPr/>
            <p:nvPr/>
          </p:nvSpPr>
          <p:spPr>
            <a:xfrm>
              <a:off x="10616442" y="4858326"/>
              <a:ext cx="57443" cy="57443"/>
            </a:xfrm>
            <a:prstGeom prst="ellipse">
              <a:avLst/>
            </a:prstGeom>
            <a:solidFill>
              <a:schemeClr val="accent3">
                <a:alpha val="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"/>
            <p:cNvSpPr/>
            <p:nvPr/>
          </p:nvSpPr>
          <p:spPr>
            <a:xfrm>
              <a:off x="10616442" y="5079029"/>
              <a:ext cx="57443" cy="5744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"/>
            <p:cNvSpPr/>
            <p:nvPr/>
          </p:nvSpPr>
          <p:spPr>
            <a:xfrm>
              <a:off x="10616442" y="5299732"/>
              <a:ext cx="57443" cy="57443"/>
            </a:xfrm>
            <a:prstGeom prst="ellipse">
              <a:avLst/>
            </a:prstGeom>
            <a:solidFill>
              <a:schemeClr val="accent3">
                <a:alpha val="2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"/>
            <p:cNvSpPr/>
            <p:nvPr/>
          </p:nvSpPr>
          <p:spPr>
            <a:xfrm>
              <a:off x="10616442" y="5520435"/>
              <a:ext cx="57443" cy="57443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"/>
            <p:cNvSpPr/>
            <p:nvPr/>
          </p:nvSpPr>
          <p:spPr>
            <a:xfrm>
              <a:off x="10616442" y="5741138"/>
              <a:ext cx="57443" cy="57443"/>
            </a:xfrm>
            <a:prstGeom prst="ellipse">
              <a:avLst/>
            </a:prstGeom>
            <a:solidFill>
              <a:schemeClr val="accent3">
                <a:alpha val="4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"/>
            <p:cNvSpPr/>
            <p:nvPr/>
          </p:nvSpPr>
          <p:spPr>
            <a:xfrm>
              <a:off x="10616442" y="5961840"/>
              <a:ext cx="57443" cy="57443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"/>
            <p:cNvSpPr/>
            <p:nvPr/>
          </p:nvSpPr>
          <p:spPr>
            <a:xfrm>
              <a:off x="10834974" y="4858326"/>
              <a:ext cx="57443" cy="57443"/>
            </a:xfrm>
            <a:prstGeom prst="ellipse">
              <a:avLst/>
            </a:prstGeom>
            <a:solidFill>
              <a:schemeClr val="accent3">
                <a:alpha val="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"/>
            <p:cNvSpPr/>
            <p:nvPr/>
          </p:nvSpPr>
          <p:spPr>
            <a:xfrm>
              <a:off x="10834974" y="5079029"/>
              <a:ext cx="57443" cy="5744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"/>
            <p:cNvSpPr/>
            <p:nvPr/>
          </p:nvSpPr>
          <p:spPr>
            <a:xfrm>
              <a:off x="10834974" y="5299732"/>
              <a:ext cx="57443" cy="57443"/>
            </a:xfrm>
            <a:prstGeom prst="ellipse">
              <a:avLst/>
            </a:prstGeom>
            <a:solidFill>
              <a:schemeClr val="accent3">
                <a:alpha val="2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"/>
            <p:cNvSpPr/>
            <p:nvPr/>
          </p:nvSpPr>
          <p:spPr>
            <a:xfrm>
              <a:off x="10834974" y="5520435"/>
              <a:ext cx="57443" cy="57443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"/>
            <p:cNvSpPr/>
            <p:nvPr/>
          </p:nvSpPr>
          <p:spPr>
            <a:xfrm>
              <a:off x="10834974" y="5741138"/>
              <a:ext cx="57443" cy="57443"/>
            </a:xfrm>
            <a:prstGeom prst="ellipse">
              <a:avLst/>
            </a:prstGeom>
            <a:solidFill>
              <a:schemeClr val="accent3">
                <a:alpha val="4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"/>
            <p:cNvSpPr/>
            <p:nvPr/>
          </p:nvSpPr>
          <p:spPr>
            <a:xfrm>
              <a:off x="10834974" y="5961840"/>
              <a:ext cx="57443" cy="57443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"/>
            <p:cNvSpPr/>
            <p:nvPr/>
          </p:nvSpPr>
          <p:spPr>
            <a:xfrm>
              <a:off x="11053506" y="4858326"/>
              <a:ext cx="57443" cy="57443"/>
            </a:xfrm>
            <a:prstGeom prst="ellipse">
              <a:avLst/>
            </a:prstGeom>
            <a:solidFill>
              <a:schemeClr val="accent3">
                <a:alpha val="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"/>
            <p:cNvSpPr/>
            <p:nvPr/>
          </p:nvSpPr>
          <p:spPr>
            <a:xfrm>
              <a:off x="11053506" y="5079029"/>
              <a:ext cx="57443" cy="5744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"/>
            <p:cNvSpPr/>
            <p:nvPr/>
          </p:nvSpPr>
          <p:spPr>
            <a:xfrm>
              <a:off x="11053506" y="5299732"/>
              <a:ext cx="57443" cy="57443"/>
            </a:xfrm>
            <a:prstGeom prst="ellipse">
              <a:avLst/>
            </a:prstGeom>
            <a:solidFill>
              <a:schemeClr val="accent3">
                <a:alpha val="2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"/>
            <p:cNvSpPr/>
            <p:nvPr/>
          </p:nvSpPr>
          <p:spPr>
            <a:xfrm>
              <a:off x="11053506" y="5520435"/>
              <a:ext cx="57443" cy="57443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"/>
            <p:cNvSpPr/>
            <p:nvPr/>
          </p:nvSpPr>
          <p:spPr>
            <a:xfrm>
              <a:off x="11053506" y="5741138"/>
              <a:ext cx="57443" cy="57443"/>
            </a:xfrm>
            <a:prstGeom prst="ellipse">
              <a:avLst/>
            </a:prstGeom>
            <a:solidFill>
              <a:schemeClr val="accent3">
                <a:alpha val="4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"/>
            <p:cNvSpPr/>
            <p:nvPr/>
          </p:nvSpPr>
          <p:spPr>
            <a:xfrm>
              <a:off x="11053506" y="5961840"/>
              <a:ext cx="57443" cy="57443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"/>
            <p:cNvSpPr/>
            <p:nvPr/>
          </p:nvSpPr>
          <p:spPr>
            <a:xfrm>
              <a:off x="11272035" y="4858326"/>
              <a:ext cx="57443" cy="57443"/>
            </a:xfrm>
            <a:prstGeom prst="ellipse">
              <a:avLst/>
            </a:prstGeom>
            <a:solidFill>
              <a:schemeClr val="accent3">
                <a:alpha val="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"/>
            <p:cNvSpPr/>
            <p:nvPr/>
          </p:nvSpPr>
          <p:spPr>
            <a:xfrm>
              <a:off x="11272035" y="5079029"/>
              <a:ext cx="57443" cy="5744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"/>
            <p:cNvSpPr/>
            <p:nvPr/>
          </p:nvSpPr>
          <p:spPr>
            <a:xfrm>
              <a:off x="11272035" y="5299732"/>
              <a:ext cx="57443" cy="57443"/>
            </a:xfrm>
            <a:prstGeom prst="ellipse">
              <a:avLst/>
            </a:prstGeom>
            <a:solidFill>
              <a:schemeClr val="accent3">
                <a:alpha val="2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"/>
            <p:cNvSpPr/>
            <p:nvPr/>
          </p:nvSpPr>
          <p:spPr>
            <a:xfrm>
              <a:off x="11272035" y="5520435"/>
              <a:ext cx="57443" cy="57443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"/>
            <p:cNvSpPr/>
            <p:nvPr/>
          </p:nvSpPr>
          <p:spPr>
            <a:xfrm>
              <a:off x="11272035" y="5741138"/>
              <a:ext cx="57443" cy="57443"/>
            </a:xfrm>
            <a:prstGeom prst="ellipse">
              <a:avLst/>
            </a:prstGeom>
            <a:solidFill>
              <a:schemeClr val="accent3">
                <a:alpha val="4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"/>
            <p:cNvSpPr/>
            <p:nvPr/>
          </p:nvSpPr>
          <p:spPr>
            <a:xfrm>
              <a:off x="11272035" y="5961840"/>
              <a:ext cx="57443" cy="57443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1"/>
          <p:cNvSpPr txBox="1"/>
          <p:nvPr/>
        </p:nvSpPr>
        <p:spPr>
          <a:xfrm rot="-5400000">
            <a:off x="-309291" y="4721841"/>
            <a:ext cx="20890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PE" sz="10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MINISTERIO DE SALUD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9666" y="432417"/>
            <a:ext cx="2131289" cy="447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" title="captura_web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l="-1800" t="8591" r="1800" b="36511"/>
          <a:stretch/>
        </p:blipFill>
        <p:spPr>
          <a:xfrm>
            <a:off x="1338248" y="1809461"/>
            <a:ext cx="4233616" cy="23920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grpSp>
        <p:nvGrpSpPr>
          <p:cNvPr id="377" name="Google Shape;377;p1"/>
          <p:cNvGrpSpPr/>
          <p:nvPr/>
        </p:nvGrpSpPr>
        <p:grpSpPr>
          <a:xfrm>
            <a:off x="1137554" y="1596666"/>
            <a:ext cx="4630431" cy="4042407"/>
            <a:chOff x="9715500" y="2806700"/>
            <a:chExt cx="17149744" cy="14971879"/>
          </a:xfrm>
        </p:grpSpPr>
        <p:sp>
          <p:nvSpPr>
            <p:cNvPr id="378" name="Google Shape;378;p1"/>
            <p:cNvSpPr/>
            <p:nvPr/>
          </p:nvSpPr>
          <p:spPr>
            <a:xfrm>
              <a:off x="15359688" y="17508255"/>
              <a:ext cx="5845230" cy="27032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518" y="7200"/>
                  </a:moveTo>
                  <a:lnTo>
                    <a:pt x="21600" y="0"/>
                  </a:lnTo>
                  <a:cubicBezTo>
                    <a:pt x="21575" y="2780"/>
                    <a:pt x="21355" y="12687"/>
                    <a:pt x="20651" y="13859"/>
                  </a:cubicBezTo>
                  <a:cubicBezTo>
                    <a:pt x="19347" y="16026"/>
                    <a:pt x="17405" y="15717"/>
                    <a:pt x="17405" y="15717"/>
                  </a:cubicBezTo>
                  <a:lnTo>
                    <a:pt x="12405" y="15717"/>
                  </a:lnTo>
                  <a:lnTo>
                    <a:pt x="9195" y="15717"/>
                  </a:lnTo>
                  <a:lnTo>
                    <a:pt x="4195" y="15717"/>
                  </a:lnTo>
                  <a:cubicBezTo>
                    <a:pt x="4195" y="15717"/>
                    <a:pt x="2253" y="16026"/>
                    <a:pt x="949" y="13859"/>
                  </a:cubicBezTo>
                  <a:cubicBezTo>
                    <a:pt x="245" y="12687"/>
                    <a:pt x="25" y="4217"/>
                    <a:pt x="0" y="1437"/>
                  </a:cubicBezTo>
                  <a:lnTo>
                    <a:pt x="82" y="5385"/>
                  </a:lnTo>
                  <a:cubicBezTo>
                    <a:pt x="82" y="5385"/>
                    <a:pt x="124" y="14404"/>
                    <a:pt x="496" y="17423"/>
                  </a:cubicBezTo>
                  <a:cubicBezTo>
                    <a:pt x="868" y="20442"/>
                    <a:pt x="2101" y="21600"/>
                    <a:pt x="2983" y="21600"/>
                  </a:cubicBezTo>
                  <a:cubicBezTo>
                    <a:pt x="3502" y="21600"/>
                    <a:pt x="6673" y="21600"/>
                    <a:pt x="9195" y="21600"/>
                  </a:cubicBezTo>
                  <a:cubicBezTo>
                    <a:pt x="10959" y="21600"/>
                    <a:pt x="12405" y="21600"/>
                    <a:pt x="12405" y="21600"/>
                  </a:cubicBezTo>
                  <a:cubicBezTo>
                    <a:pt x="14927" y="21600"/>
                    <a:pt x="18098" y="21600"/>
                    <a:pt x="18617" y="21600"/>
                  </a:cubicBezTo>
                  <a:cubicBezTo>
                    <a:pt x="19499" y="21600"/>
                    <a:pt x="20732" y="20442"/>
                    <a:pt x="21104" y="17423"/>
                  </a:cubicBezTo>
                  <a:cubicBezTo>
                    <a:pt x="21476" y="14404"/>
                    <a:pt x="21518" y="7200"/>
                    <a:pt x="21518" y="7200"/>
                  </a:cubicBezTo>
                  <a:close/>
                </a:path>
              </a:pathLst>
            </a:custGeom>
            <a:solidFill>
              <a:srgbClr val="32373C">
                <a:alpha val="9410"/>
              </a:srgbClr>
            </a:soli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"/>
            <p:cNvSpPr/>
            <p:nvPr/>
          </p:nvSpPr>
          <p:spPr>
            <a:xfrm>
              <a:off x="15328900" y="17437100"/>
              <a:ext cx="5906844" cy="27032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518" y="7200"/>
                  </a:moveTo>
                  <a:lnTo>
                    <a:pt x="21600" y="0"/>
                  </a:lnTo>
                  <a:cubicBezTo>
                    <a:pt x="21575" y="2780"/>
                    <a:pt x="21355" y="12687"/>
                    <a:pt x="20651" y="13859"/>
                  </a:cubicBezTo>
                  <a:cubicBezTo>
                    <a:pt x="19347" y="16026"/>
                    <a:pt x="17405" y="15717"/>
                    <a:pt x="17405" y="15717"/>
                  </a:cubicBezTo>
                  <a:lnTo>
                    <a:pt x="12405" y="15717"/>
                  </a:lnTo>
                  <a:lnTo>
                    <a:pt x="9195" y="15717"/>
                  </a:lnTo>
                  <a:lnTo>
                    <a:pt x="4195" y="15717"/>
                  </a:lnTo>
                  <a:cubicBezTo>
                    <a:pt x="4195" y="15717"/>
                    <a:pt x="2253" y="16026"/>
                    <a:pt x="949" y="13859"/>
                  </a:cubicBezTo>
                  <a:cubicBezTo>
                    <a:pt x="245" y="12687"/>
                    <a:pt x="25" y="4217"/>
                    <a:pt x="0" y="1437"/>
                  </a:cubicBezTo>
                  <a:lnTo>
                    <a:pt x="82" y="5385"/>
                  </a:lnTo>
                  <a:cubicBezTo>
                    <a:pt x="82" y="5385"/>
                    <a:pt x="124" y="14404"/>
                    <a:pt x="496" y="17423"/>
                  </a:cubicBezTo>
                  <a:cubicBezTo>
                    <a:pt x="868" y="20442"/>
                    <a:pt x="2101" y="21600"/>
                    <a:pt x="2983" y="21600"/>
                  </a:cubicBezTo>
                  <a:cubicBezTo>
                    <a:pt x="3502" y="21600"/>
                    <a:pt x="6673" y="21600"/>
                    <a:pt x="9195" y="21600"/>
                  </a:cubicBezTo>
                  <a:cubicBezTo>
                    <a:pt x="10959" y="21600"/>
                    <a:pt x="12405" y="21600"/>
                    <a:pt x="12405" y="21600"/>
                  </a:cubicBezTo>
                  <a:cubicBezTo>
                    <a:pt x="14927" y="21600"/>
                    <a:pt x="18098" y="21600"/>
                    <a:pt x="18617" y="21600"/>
                  </a:cubicBezTo>
                  <a:cubicBezTo>
                    <a:pt x="19499" y="21600"/>
                    <a:pt x="20732" y="20442"/>
                    <a:pt x="21104" y="17423"/>
                  </a:cubicBezTo>
                  <a:cubicBezTo>
                    <a:pt x="21476" y="14404"/>
                    <a:pt x="21518" y="7200"/>
                    <a:pt x="21518" y="720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29411"/>
                  </a:srgbClr>
                </a:gs>
                <a:gs pos="17000">
                  <a:srgbClr val="000000">
                    <a:alpha val="29411"/>
                  </a:srgbClr>
                </a:gs>
                <a:gs pos="76000">
                  <a:srgbClr val="32373C">
                    <a:alpha val="80000"/>
                  </a:srgbClr>
                </a:gs>
                <a:gs pos="100000">
                  <a:srgbClr val="32373C">
                    <a:alpha val="80000"/>
                  </a:srgbClr>
                </a:gs>
              </a:gsLst>
              <a:lin ang="0" scaled="0"/>
            </a:gra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"/>
            <p:cNvSpPr/>
            <p:nvPr/>
          </p:nvSpPr>
          <p:spPr>
            <a:xfrm>
              <a:off x="9715500" y="13195300"/>
              <a:ext cx="17149644" cy="193870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5382"/>
                  </a:moveTo>
                  <a:cubicBezTo>
                    <a:pt x="0" y="18816"/>
                    <a:pt x="315" y="21600"/>
                    <a:pt x="703" y="21600"/>
                  </a:cubicBezTo>
                  <a:lnTo>
                    <a:pt x="20897" y="21600"/>
                  </a:lnTo>
                  <a:cubicBezTo>
                    <a:pt x="21285" y="21600"/>
                    <a:pt x="21600" y="18816"/>
                    <a:pt x="21600" y="15382"/>
                  </a:cubicBez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15382"/>
                    <a:pt x="0" y="15382"/>
                  </a:cubicBezTo>
                  <a:close/>
                </a:path>
              </a:pathLst>
            </a:custGeom>
            <a:gradFill>
              <a:gsLst>
                <a:gs pos="0">
                  <a:srgbClr val="C8CBCF"/>
                </a:gs>
                <a:gs pos="100000">
                  <a:srgbClr val="E7E7E8"/>
                </a:gs>
              </a:gsLst>
              <a:lin ang="0" scaled="0"/>
            </a:gra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"/>
            <p:cNvSpPr/>
            <p:nvPr/>
          </p:nvSpPr>
          <p:spPr>
            <a:xfrm>
              <a:off x="9715500" y="2806700"/>
              <a:ext cx="17149644" cy="104090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575" y="19911"/>
                  </a:moveTo>
                  <a:lnTo>
                    <a:pt x="1025" y="19911"/>
                  </a:lnTo>
                  <a:lnTo>
                    <a:pt x="1025" y="1737"/>
                  </a:lnTo>
                  <a:lnTo>
                    <a:pt x="20575" y="1737"/>
                  </a:lnTo>
                  <a:cubicBezTo>
                    <a:pt x="20575" y="1737"/>
                    <a:pt x="20575" y="19911"/>
                    <a:pt x="20575" y="19911"/>
                  </a:cubicBezTo>
                  <a:close/>
                  <a:moveTo>
                    <a:pt x="20897" y="0"/>
                  </a:moveTo>
                  <a:lnTo>
                    <a:pt x="703" y="0"/>
                  </a:lnTo>
                  <a:cubicBezTo>
                    <a:pt x="315" y="0"/>
                    <a:pt x="0" y="518"/>
                    <a:pt x="0" y="1158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1158"/>
                  </a:lnTo>
                  <a:cubicBezTo>
                    <a:pt x="21600" y="518"/>
                    <a:pt x="21285" y="0"/>
                    <a:pt x="20897" y="0"/>
                  </a:cubicBezTo>
                  <a:close/>
                </a:path>
              </a:pathLst>
            </a:custGeom>
            <a:gradFill>
              <a:gsLst>
                <a:gs pos="0">
                  <a:srgbClr val="32373C"/>
                </a:gs>
                <a:gs pos="6000">
                  <a:srgbClr val="32373C"/>
                </a:gs>
                <a:gs pos="42000">
                  <a:srgbClr val="000000"/>
                </a:gs>
                <a:gs pos="100000">
                  <a:srgbClr val="000000"/>
                </a:gs>
              </a:gsLst>
              <a:lin ang="1800004" scaled="0"/>
            </a:gra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"/>
            <p:cNvSpPr/>
            <p:nvPr/>
          </p:nvSpPr>
          <p:spPr>
            <a:xfrm>
              <a:off x="15354299" y="17487900"/>
              <a:ext cx="5862733" cy="180198"/>
            </a:xfrm>
            <a:custGeom>
              <a:avLst/>
              <a:gdLst/>
              <a:ahLst/>
              <a:cxnLst/>
              <a:rect l="l" t="t" r="r" b="b"/>
              <a:pathLst>
                <a:path w="21516" h="21600" extrusionOk="0">
                  <a:moveTo>
                    <a:pt x="21512" y="0"/>
                  </a:moveTo>
                  <a:cubicBezTo>
                    <a:pt x="21499" y="3516"/>
                    <a:pt x="21438" y="9477"/>
                    <a:pt x="21185" y="12548"/>
                  </a:cubicBezTo>
                  <a:cubicBezTo>
                    <a:pt x="20811" y="17077"/>
                    <a:pt x="19488" y="18813"/>
                    <a:pt x="18603" y="18813"/>
                  </a:cubicBezTo>
                  <a:cubicBezTo>
                    <a:pt x="18082" y="18813"/>
                    <a:pt x="14899" y="18813"/>
                    <a:pt x="12368" y="18813"/>
                  </a:cubicBezTo>
                  <a:cubicBezTo>
                    <a:pt x="12368" y="18813"/>
                    <a:pt x="10917" y="18813"/>
                    <a:pt x="9148" y="18813"/>
                  </a:cubicBezTo>
                  <a:cubicBezTo>
                    <a:pt x="6617" y="18813"/>
                    <a:pt x="3434" y="18813"/>
                    <a:pt x="2913" y="18813"/>
                  </a:cubicBezTo>
                  <a:cubicBezTo>
                    <a:pt x="2028" y="18813"/>
                    <a:pt x="705" y="17077"/>
                    <a:pt x="331" y="12548"/>
                  </a:cubicBezTo>
                  <a:cubicBezTo>
                    <a:pt x="78" y="9477"/>
                    <a:pt x="17" y="3516"/>
                    <a:pt x="4" y="0"/>
                  </a:cubicBezTo>
                  <a:lnTo>
                    <a:pt x="2" y="0"/>
                  </a:lnTo>
                  <a:cubicBezTo>
                    <a:pt x="2" y="0"/>
                    <a:pt x="-42" y="10806"/>
                    <a:pt x="331" y="15335"/>
                  </a:cubicBezTo>
                  <a:cubicBezTo>
                    <a:pt x="705" y="19864"/>
                    <a:pt x="2028" y="21600"/>
                    <a:pt x="2913" y="21600"/>
                  </a:cubicBezTo>
                  <a:cubicBezTo>
                    <a:pt x="3434" y="21600"/>
                    <a:pt x="6617" y="21600"/>
                    <a:pt x="9148" y="21600"/>
                  </a:cubicBezTo>
                  <a:cubicBezTo>
                    <a:pt x="10917" y="21600"/>
                    <a:pt x="12368" y="21600"/>
                    <a:pt x="12368" y="21600"/>
                  </a:cubicBezTo>
                  <a:cubicBezTo>
                    <a:pt x="14899" y="21600"/>
                    <a:pt x="18082" y="21600"/>
                    <a:pt x="18603" y="21600"/>
                  </a:cubicBezTo>
                  <a:cubicBezTo>
                    <a:pt x="19488" y="21600"/>
                    <a:pt x="20811" y="19864"/>
                    <a:pt x="21185" y="15335"/>
                  </a:cubicBezTo>
                  <a:cubicBezTo>
                    <a:pt x="21558" y="10806"/>
                    <a:pt x="21514" y="0"/>
                    <a:pt x="21514" y="0"/>
                  </a:cubicBezTo>
                  <a:cubicBezTo>
                    <a:pt x="21514" y="0"/>
                    <a:pt x="21512" y="0"/>
                    <a:pt x="21512" y="0"/>
                  </a:cubicBezTo>
                  <a:close/>
                </a:path>
              </a:pathLst>
            </a:custGeom>
            <a:solidFill>
              <a:srgbClr val="000000">
                <a:alpha val="74510"/>
              </a:srgbClr>
            </a:soli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"/>
            <p:cNvSpPr/>
            <p:nvPr/>
          </p:nvSpPr>
          <p:spPr>
            <a:xfrm>
              <a:off x="15328899" y="15125700"/>
              <a:ext cx="5908362" cy="2437939"/>
            </a:xfrm>
            <a:custGeom>
              <a:avLst/>
              <a:gdLst/>
              <a:ahLst/>
              <a:cxnLst/>
              <a:rect l="l" t="t" r="r" b="b"/>
              <a:pathLst>
                <a:path w="20919" h="21568" extrusionOk="0">
                  <a:moveTo>
                    <a:pt x="20738" y="19920"/>
                  </a:moveTo>
                  <a:cubicBezTo>
                    <a:pt x="20559" y="19543"/>
                    <a:pt x="18693" y="15429"/>
                    <a:pt x="18281" y="13714"/>
                  </a:cubicBezTo>
                  <a:cubicBezTo>
                    <a:pt x="17870" y="12000"/>
                    <a:pt x="17568" y="0"/>
                    <a:pt x="17568" y="0"/>
                  </a:cubicBezTo>
                  <a:lnTo>
                    <a:pt x="12013" y="0"/>
                  </a:lnTo>
                  <a:lnTo>
                    <a:pt x="8905" y="0"/>
                  </a:lnTo>
                  <a:lnTo>
                    <a:pt x="3350" y="0"/>
                  </a:lnTo>
                  <a:cubicBezTo>
                    <a:pt x="3350" y="0"/>
                    <a:pt x="3048" y="12000"/>
                    <a:pt x="2637" y="13714"/>
                  </a:cubicBezTo>
                  <a:cubicBezTo>
                    <a:pt x="2225" y="15429"/>
                    <a:pt x="359" y="19543"/>
                    <a:pt x="180" y="19920"/>
                  </a:cubicBezTo>
                  <a:cubicBezTo>
                    <a:pt x="2" y="20297"/>
                    <a:pt x="-341" y="21120"/>
                    <a:pt x="921" y="21360"/>
                  </a:cubicBezTo>
                  <a:cubicBezTo>
                    <a:pt x="2184" y="21600"/>
                    <a:pt x="4064" y="21566"/>
                    <a:pt x="4064" y="21566"/>
                  </a:cubicBezTo>
                  <a:lnTo>
                    <a:pt x="8905" y="21566"/>
                  </a:lnTo>
                  <a:lnTo>
                    <a:pt x="12013" y="21566"/>
                  </a:lnTo>
                  <a:lnTo>
                    <a:pt x="16854" y="21566"/>
                  </a:lnTo>
                  <a:cubicBezTo>
                    <a:pt x="16854" y="21566"/>
                    <a:pt x="18734" y="21600"/>
                    <a:pt x="19997" y="21360"/>
                  </a:cubicBezTo>
                  <a:cubicBezTo>
                    <a:pt x="21259" y="21120"/>
                    <a:pt x="20916" y="20297"/>
                    <a:pt x="20738" y="19920"/>
                  </a:cubicBezTo>
                  <a:close/>
                </a:path>
              </a:pathLst>
            </a:custGeom>
            <a:gradFill>
              <a:gsLst>
                <a:gs pos="0">
                  <a:srgbClr val="A4A7A8"/>
                </a:gs>
                <a:gs pos="34000">
                  <a:srgbClr val="F5F8FA"/>
                </a:gs>
                <a:gs pos="66000">
                  <a:srgbClr val="A4A7A8"/>
                </a:gs>
                <a:gs pos="100000">
                  <a:srgbClr val="A4A7A8"/>
                </a:gs>
              </a:gsLst>
              <a:lin ang="5400012" scaled="0"/>
            </a:gra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"/>
            <p:cNvSpPr/>
            <p:nvPr/>
          </p:nvSpPr>
          <p:spPr>
            <a:xfrm>
              <a:off x="15328899" y="15125700"/>
              <a:ext cx="5908362" cy="2437939"/>
            </a:xfrm>
            <a:custGeom>
              <a:avLst/>
              <a:gdLst/>
              <a:ahLst/>
              <a:cxnLst/>
              <a:rect l="l" t="t" r="r" b="b"/>
              <a:pathLst>
                <a:path w="20919" h="21568" extrusionOk="0">
                  <a:moveTo>
                    <a:pt x="20738" y="19920"/>
                  </a:moveTo>
                  <a:cubicBezTo>
                    <a:pt x="20559" y="19543"/>
                    <a:pt x="18693" y="15429"/>
                    <a:pt x="18281" y="13714"/>
                  </a:cubicBezTo>
                  <a:cubicBezTo>
                    <a:pt x="17870" y="12000"/>
                    <a:pt x="17568" y="0"/>
                    <a:pt x="17568" y="0"/>
                  </a:cubicBezTo>
                  <a:lnTo>
                    <a:pt x="12013" y="0"/>
                  </a:lnTo>
                  <a:lnTo>
                    <a:pt x="8905" y="0"/>
                  </a:lnTo>
                  <a:lnTo>
                    <a:pt x="3350" y="0"/>
                  </a:lnTo>
                  <a:cubicBezTo>
                    <a:pt x="3350" y="0"/>
                    <a:pt x="3048" y="12000"/>
                    <a:pt x="2637" y="13714"/>
                  </a:cubicBezTo>
                  <a:cubicBezTo>
                    <a:pt x="2225" y="15429"/>
                    <a:pt x="359" y="19543"/>
                    <a:pt x="180" y="19920"/>
                  </a:cubicBezTo>
                  <a:cubicBezTo>
                    <a:pt x="2" y="20297"/>
                    <a:pt x="-341" y="21120"/>
                    <a:pt x="921" y="21360"/>
                  </a:cubicBezTo>
                  <a:cubicBezTo>
                    <a:pt x="2184" y="21600"/>
                    <a:pt x="4064" y="21566"/>
                    <a:pt x="4064" y="21566"/>
                  </a:cubicBezTo>
                  <a:lnTo>
                    <a:pt x="8905" y="21566"/>
                  </a:lnTo>
                  <a:lnTo>
                    <a:pt x="12013" y="21566"/>
                  </a:lnTo>
                  <a:lnTo>
                    <a:pt x="16854" y="21566"/>
                  </a:lnTo>
                  <a:cubicBezTo>
                    <a:pt x="16854" y="21566"/>
                    <a:pt x="18734" y="21600"/>
                    <a:pt x="19997" y="21360"/>
                  </a:cubicBezTo>
                  <a:cubicBezTo>
                    <a:pt x="21259" y="21120"/>
                    <a:pt x="20916" y="20297"/>
                    <a:pt x="20738" y="1992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36000">
                  <a:srgbClr val="FFFFFF">
                    <a:alpha val="0"/>
                  </a:srgbClr>
                </a:gs>
                <a:gs pos="65000">
                  <a:srgbClr val="000000">
                    <a:alpha val="29411"/>
                  </a:srgbClr>
                </a:gs>
                <a:gs pos="95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"/>
            <p:cNvSpPr/>
            <p:nvPr/>
          </p:nvSpPr>
          <p:spPr>
            <a:xfrm>
              <a:off x="15328900" y="17462500"/>
              <a:ext cx="5909208" cy="180198"/>
            </a:xfrm>
            <a:custGeom>
              <a:avLst/>
              <a:gdLst/>
              <a:ahLst/>
              <a:cxnLst/>
              <a:rect l="l" t="t" r="r" b="b"/>
              <a:pathLst>
                <a:path w="21516" h="21600" extrusionOk="0">
                  <a:moveTo>
                    <a:pt x="21515" y="0"/>
                  </a:moveTo>
                  <a:lnTo>
                    <a:pt x="21512" y="0"/>
                  </a:lnTo>
                  <a:cubicBezTo>
                    <a:pt x="21487" y="4170"/>
                    <a:pt x="21268" y="8231"/>
                    <a:pt x="20567" y="9989"/>
                  </a:cubicBezTo>
                  <a:cubicBezTo>
                    <a:pt x="19268" y="13239"/>
                    <a:pt x="17335" y="12776"/>
                    <a:pt x="17335" y="12776"/>
                  </a:cubicBezTo>
                  <a:lnTo>
                    <a:pt x="12356" y="12776"/>
                  </a:lnTo>
                  <a:lnTo>
                    <a:pt x="9160" y="12776"/>
                  </a:lnTo>
                  <a:lnTo>
                    <a:pt x="4181" y="12776"/>
                  </a:lnTo>
                  <a:cubicBezTo>
                    <a:pt x="4181" y="12776"/>
                    <a:pt x="2248" y="13239"/>
                    <a:pt x="949" y="9989"/>
                  </a:cubicBezTo>
                  <a:cubicBezTo>
                    <a:pt x="248" y="8231"/>
                    <a:pt x="29" y="4170"/>
                    <a:pt x="4" y="0"/>
                  </a:cubicBezTo>
                  <a:lnTo>
                    <a:pt x="1" y="0"/>
                  </a:lnTo>
                  <a:cubicBezTo>
                    <a:pt x="1" y="0"/>
                    <a:pt x="-42" y="10806"/>
                    <a:pt x="328" y="15335"/>
                  </a:cubicBezTo>
                  <a:cubicBezTo>
                    <a:pt x="699" y="19864"/>
                    <a:pt x="2096" y="21600"/>
                    <a:pt x="2974" y="21600"/>
                  </a:cubicBezTo>
                  <a:cubicBezTo>
                    <a:pt x="3491" y="21600"/>
                    <a:pt x="6649" y="21600"/>
                    <a:pt x="9160" y="21600"/>
                  </a:cubicBezTo>
                  <a:cubicBezTo>
                    <a:pt x="10916" y="21600"/>
                    <a:pt x="12356" y="21600"/>
                    <a:pt x="12356" y="21600"/>
                  </a:cubicBezTo>
                  <a:cubicBezTo>
                    <a:pt x="14867" y="21600"/>
                    <a:pt x="18025" y="21600"/>
                    <a:pt x="18542" y="21600"/>
                  </a:cubicBezTo>
                  <a:cubicBezTo>
                    <a:pt x="19420" y="21600"/>
                    <a:pt x="20817" y="19864"/>
                    <a:pt x="21188" y="15335"/>
                  </a:cubicBezTo>
                  <a:cubicBezTo>
                    <a:pt x="21558" y="10806"/>
                    <a:pt x="21515" y="0"/>
                    <a:pt x="21515" y="0"/>
                  </a:cubicBezTo>
                  <a:close/>
                </a:path>
              </a:pathLst>
            </a:custGeom>
            <a:gradFill>
              <a:gsLst>
                <a:gs pos="0">
                  <a:srgbClr val="6A6A6A"/>
                </a:gs>
                <a:gs pos="13000">
                  <a:srgbClr val="F5F8FA"/>
                </a:gs>
                <a:gs pos="87000">
                  <a:srgbClr val="F5F8FA"/>
                </a:gs>
                <a:gs pos="100000">
                  <a:srgbClr val="6A6A6A"/>
                </a:gs>
              </a:gsLst>
              <a:lin ang="0" scaled="0"/>
            </a:gra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"/>
            <p:cNvSpPr/>
            <p:nvPr/>
          </p:nvSpPr>
          <p:spPr>
            <a:xfrm>
              <a:off x="15328900" y="16014700"/>
              <a:ext cx="2250214" cy="1550451"/>
            </a:xfrm>
            <a:custGeom>
              <a:avLst/>
              <a:gdLst/>
              <a:ahLst/>
              <a:cxnLst/>
              <a:rect l="l" t="t" r="r" b="b"/>
              <a:pathLst>
                <a:path w="20714" h="21549" extrusionOk="0">
                  <a:moveTo>
                    <a:pt x="9190" y="0"/>
                  </a:moveTo>
                  <a:cubicBezTo>
                    <a:pt x="8788" y="0"/>
                    <a:pt x="8391" y="32"/>
                    <a:pt x="7999" y="92"/>
                  </a:cubicBezTo>
                  <a:cubicBezTo>
                    <a:pt x="7690" y="4243"/>
                    <a:pt x="7297" y="8100"/>
                    <a:pt x="6856" y="9211"/>
                  </a:cubicBezTo>
                  <a:cubicBezTo>
                    <a:pt x="5786" y="11904"/>
                    <a:pt x="933" y="18368"/>
                    <a:pt x="470" y="18961"/>
                  </a:cubicBezTo>
                  <a:cubicBezTo>
                    <a:pt x="6" y="19553"/>
                    <a:pt x="-886" y="20846"/>
                    <a:pt x="2396" y="21223"/>
                  </a:cubicBezTo>
                  <a:cubicBezTo>
                    <a:pt x="5678" y="21600"/>
                    <a:pt x="10566" y="21546"/>
                    <a:pt x="10566" y="21546"/>
                  </a:cubicBezTo>
                  <a:lnTo>
                    <a:pt x="20377" y="21546"/>
                  </a:lnTo>
                  <a:cubicBezTo>
                    <a:pt x="20596" y="20209"/>
                    <a:pt x="20714" y="18811"/>
                    <a:pt x="20714" y="17372"/>
                  </a:cubicBezTo>
                  <a:cubicBezTo>
                    <a:pt x="20714" y="7778"/>
                    <a:pt x="15555" y="0"/>
                    <a:pt x="9190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35000">
                  <a:srgbClr val="FFFFFF">
                    <a:alpha val="0"/>
                  </a:srgbClr>
                </a:gs>
                <a:gs pos="94000">
                  <a:srgbClr val="F5F8FA"/>
                </a:gs>
                <a:gs pos="100000">
                  <a:srgbClr val="F5F8FA"/>
                </a:gs>
              </a:gsLst>
              <a:lin ang="9000021" scaled="0"/>
            </a:gra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"/>
            <p:cNvSpPr/>
            <p:nvPr/>
          </p:nvSpPr>
          <p:spPr>
            <a:xfrm>
              <a:off x="18986500" y="16014700"/>
              <a:ext cx="2250214" cy="1550451"/>
            </a:xfrm>
            <a:custGeom>
              <a:avLst/>
              <a:gdLst/>
              <a:ahLst/>
              <a:cxnLst/>
              <a:rect l="l" t="t" r="r" b="b"/>
              <a:pathLst>
                <a:path w="20714" h="21549" extrusionOk="0">
                  <a:moveTo>
                    <a:pt x="11524" y="0"/>
                  </a:moveTo>
                  <a:cubicBezTo>
                    <a:pt x="11926" y="0"/>
                    <a:pt x="12323" y="32"/>
                    <a:pt x="12715" y="92"/>
                  </a:cubicBezTo>
                  <a:cubicBezTo>
                    <a:pt x="13024" y="4243"/>
                    <a:pt x="13417" y="8100"/>
                    <a:pt x="13858" y="9211"/>
                  </a:cubicBezTo>
                  <a:cubicBezTo>
                    <a:pt x="14928" y="11904"/>
                    <a:pt x="19781" y="18368"/>
                    <a:pt x="20244" y="18961"/>
                  </a:cubicBezTo>
                  <a:cubicBezTo>
                    <a:pt x="20708" y="19553"/>
                    <a:pt x="21600" y="20846"/>
                    <a:pt x="18318" y="21223"/>
                  </a:cubicBezTo>
                  <a:cubicBezTo>
                    <a:pt x="15036" y="21600"/>
                    <a:pt x="10148" y="21546"/>
                    <a:pt x="10148" y="21546"/>
                  </a:cubicBezTo>
                  <a:lnTo>
                    <a:pt x="337" y="21546"/>
                  </a:lnTo>
                  <a:cubicBezTo>
                    <a:pt x="118" y="20209"/>
                    <a:pt x="0" y="18811"/>
                    <a:pt x="0" y="17372"/>
                  </a:cubicBezTo>
                  <a:cubicBezTo>
                    <a:pt x="0" y="7778"/>
                    <a:pt x="5159" y="0"/>
                    <a:pt x="11524" y="0"/>
                  </a:cubicBezTo>
                  <a:close/>
                </a:path>
              </a:pathLst>
            </a:custGeom>
            <a:gradFill>
              <a:gsLst>
                <a:gs pos="0">
                  <a:srgbClr val="F5F8FA"/>
                </a:gs>
                <a:gs pos="21000">
                  <a:srgbClr val="F5F8FA"/>
                </a:gs>
                <a:gs pos="78000">
                  <a:srgbClr val="EEEFF1">
                    <a:alpha val="0"/>
                  </a:srgbClr>
                </a:gs>
                <a:gs pos="100000">
                  <a:srgbClr val="EEEFF1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"/>
            <p:cNvSpPr/>
            <p:nvPr/>
          </p:nvSpPr>
          <p:spPr>
            <a:xfrm>
              <a:off x="17729200" y="2806700"/>
              <a:ext cx="9136044" cy="104090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158"/>
                  </a:moveTo>
                  <a:cubicBezTo>
                    <a:pt x="21600" y="518"/>
                    <a:pt x="21009" y="0"/>
                    <a:pt x="20281" y="0"/>
                  </a:cubicBezTo>
                  <a:lnTo>
                    <a:pt x="13897" y="0"/>
                  </a:lnTo>
                  <a:lnTo>
                    <a:pt x="0" y="21600"/>
                  </a:lnTo>
                  <a:lnTo>
                    <a:pt x="21600" y="21600"/>
                  </a:lnTo>
                  <a:cubicBezTo>
                    <a:pt x="21600" y="21600"/>
                    <a:pt x="21600" y="1158"/>
                    <a:pt x="21600" y="115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411"/>
                  </a:srgbClr>
                </a:gs>
                <a:gs pos="91000">
                  <a:srgbClr val="FFFFFF">
                    <a:alpha val="4313"/>
                  </a:srgbClr>
                </a:gs>
                <a:gs pos="100000">
                  <a:srgbClr val="FFFFFF">
                    <a:alpha val="4313"/>
                  </a:srgbClr>
                </a:gs>
              </a:gsLst>
              <a:lin ang="5400012" scaled="0"/>
            </a:gra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"/>
            <p:cNvSpPr/>
            <p:nvPr/>
          </p:nvSpPr>
          <p:spPr>
            <a:xfrm>
              <a:off x="9715500" y="13220700"/>
              <a:ext cx="17149644" cy="2327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E1E1E3">
                    <a:alpha val="0"/>
                  </a:srgbClr>
                </a:gs>
                <a:gs pos="100000">
                  <a:srgbClr val="9EA0A4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"/>
            <p:cNvSpPr/>
            <p:nvPr/>
          </p:nvSpPr>
          <p:spPr>
            <a:xfrm>
              <a:off x="18173700" y="3009900"/>
              <a:ext cx="222411" cy="222411"/>
            </a:xfrm>
            <a:custGeom>
              <a:avLst/>
              <a:gdLst/>
              <a:ahLst/>
              <a:cxnLst/>
              <a:rect l="l" t="t" r="r" b="b"/>
              <a:pathLst>
                <a:path w="19678" h="19678" extrusionOk="0">
                  <a:moveTo>
                    <a:pt x="16797" y="2883"/>
                  </a:moveTo>
                  <a:cubicBezTo>
                    <a:pt x="12953" y="-961"/>
                    <a:pt x="6723" y="-961"/>
                    <a:pt x="2882" y="2883"/>
                  </a:cubicBezTo>
                  <a:cubicBezTo>
                    <a:pt x="-961" y="6723"/>
                    <a:pt x="-961" y="12953"/>
                    <a:pt x="2882" y="16797"/>
                  </a:cubicBezTo>
                  <a:cubicBezTo>
                    <a:pt x="6723" y="20639"/>
                    <a:pt x="12953" y="20638"/>
                    <a:pt x="16797" y="16797"/>
                  </a:cubicBezTo>
                  <a:cubicBezTo>
                    <a:pt x="20637" y="12953"/>
                    <a:pt x="20639" y="6723"/>
                    <a:pt x="16797" y="2883"/>
                  </a:cubicBezTo>
                  <a:close/>
                </a:path>
              </a:pathLst>
            </a:custGeom>
            <a:gradFill>
              <a:gsLst>
                <a:gs pos="0">
                  <a:srgbClr val="666666"/>
                </a:gs>
                <a:gs pos="28000">
                  <a:srgbClr val="666666"/>
                </a:gs>
                <a:gs pos="86000">
                  <a:srgbClr val="090909"/>
                </a:gs>
                <a:gs pos="100000">
                  <a:srgbClr val="090909"/>
                </a:gs>
              </a:gsLst>
              <a:lin ang="3558068" scaled="0"/>
            </a:gra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"/>
            <p:cNvSpPr/>
            <p:nvPr/>
          </p:nvSpPr>
          <p:spPr>
            <a:xfrm>
              <a:off x="18199100" y="3035300"/>
              <a:ext cx="175284" cy="17523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0803"/>
                  </a:moveTo>
                  <a:cubicBezTo>
                    <a:pt x="21600" y="16765"/>
                    <a:pt x="16776" y="21600"/>
                    <a:pt x="10800" y="21600"/>
                  </a:cubicBezTo>
                  <a:cubicBezTo>
                    <a:pt x="4840" y="21600"/>
                    <a:pt x="0" y="16765"/>
                    <a:pt x="0" y="10803"/>
                  </a:cubicBezTo>
                  <a:cubicBezTo>
                    <a:pt x="0" y="4835"/>
                    <a:pt x="4840" y="0"/>
                    <a:pt x="10800" y="0"/>
                  </a:cubicBezTo>
                  <a:cubicBezTo>
                    <a:pt x="16776" y="0"/>
                    <a:pt x="21600" y="4835"/>
                    <a:pt x="21600" y="10803"/>
                  </a:cubicBezTo>
                  <a:close/>
                </a:path>
              </a:pathLst>
            </a:custGeom>
            <a:gradFill>
              <a:gsLst>
                <a:gs pos="0">
                  <a:srgbClr val="474747"/>
                </a:gs>
                <a:gs pos="30000">
                  <a:srgbClr val="474747"/>
                </a:gs>
                <a:gs pos="70000">
                  <a:srgbClr val="060606"/>
                </a:gs>
                <a:gs pos="100000">
                  <a:srgbClr val="060606"/>
                </a:gs>
              </a:gsLst>
              <a:lin ang="0" scaled="0"/>
            </a:gra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"/>
            <p:cNvSpPr/>
            <p:nvPr/>
          </p:nvSpPr>
          <p:spPr>
            <a:xfrm>
              <a:off x="18262600" y="3098800"/>
              <a:ext cx="43092" cy="4309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0803"/>
                  </a:moveTo>
                  <a:cubicBezTo>
                    <a:pt x="21600" y="16765"/>
                    <a:pt x="16776" y="21600"/>
                    <a:pt x="10800" y="21600"/>
                  </a:cubicBezTo>
                  <a:cubicBezTo>
                    <a:pt x="4839" y="21600"/>
                    <a:pt x="0" y="16765"/>
                    <a:pt x="0" y="10803"/>
                  </a:cubicBezTo>
                  <a:cubicBezTo>
                    <a:pt x="0" y="4835"/>
                    <a:pt x="4839" y="0"/>
                    <a:pt x="10800" y="0"/>
                  </a:cubicBezTo>
                  <a:cubicBezTo>
                    <a:pt x="16776" y="0"/>
                    <a:pt x="21600" y="4835"/>
                    <a:pt x="21600" y="10803"/>
                  </a:cubicBezTo>
                  <a:close/>
                </a:path>
              </a:pathLst>
            </a:custGeom>
            <a:solidFill>
              <a:srgbClr val="557DB1"/>
            </a:solidFill>
            <a:ln>
              <a:noFill/>
            </a:ln>
            <a:effectLst>
              <a:reflection stA="12000" endPos="13000" fadeDir="5400012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"/>
          <p:cNvSpPr/>
          <p:nvPr/>
        </p:nvSpPr>
        <p:spPr>
          <a:xfrm>
            <a:off x="881893" y="3359197"/>
            <a:ext cx="10428215" cy="2965403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"/>
          <p:cNvSpPr/>
          <p:nvPr/>
        </p:nvSpPr>
        <p:spPr>
          <a:xfrm>
            <a:off x="4969459" y="1877232"/>
            <a:ext cx="2253082" cy="2253082"/>
          </a:xfrm>
          <a:prstGeom prst="ellipse">
            <a:avLst/>
          </a:prstGeom>
          <a:solidFill>
            <a:srgbClr val="F2F2F2"/>
          </a:solidFill>
          <a:ln>
            <a:noFill/>
          </a:ln>
          <a:effectLst>
            <a:outerShdw blurRad="317500" sy="23000" kx="1200000" algn="br" rotWithShape="0">
              <a:schemeClr val="dk2">
                <a:alpha val="2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4" title="fuente-abierta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-15323" t="-15308" r="-15310" b="-15308"/>
          <a:stretch/>
        </p:blipFill>
        <p:spPr>
          <a:xfrm>
            <a:off x="5070000" y="1955315"/>
            <a:ext cx="2052000" cy="2052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00" name="Google Shape;400;p4"/>
          <p:cNvSpPr txBox="1"/>
          <p:nvPr/>
        </p:nvSpPr>
        <p:spPr>
          <a:xfrm>
            <a:off x="4491848" y="894869"/>
            <a:ext cx="3208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PE" sz="3600" b="1">
                <a:latin typeface="Open Sans"/>
                <a:ea typeface="Open Sans"/>
                <a:cs typeface="Open Sans"/>
                <a:sym typeface="Open Sans"/>
              </a:rPr>
              <a:t>OBJETIVOS</a:t>
            </a:r>
            <a:endParaRPr sz="3600" b="1" i="0" u="none" strike="noStrike" cap="non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1" name="Google Shape;401;p4"/>
          <p:cNvSpPr txBox="1"/>
          <p:nvPr/>
        </p:nvSpPr>
        <p:spPr>
          <a:xfrm>
            <a:off x="1676800" y="4564975"/>
            <a:ext cx="91107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PE" sz="2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Brindar el</a:t>
            </a:r>
            <a:r>
              <a:rPr lang="es-PE" sz="23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método de descarga de los datos abiertos del </a:t>
            </a:r>
            <a:endParaRPr sz="23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PE" sz="23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SINADEF </a:t>
            </a:r>
            <a:r>
              <a:rPr lang="es-PE" sz="2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para un mejor manejo de las estadísticas </a:t>
            </a:r>
            <a:endParaRPr sz="2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PE" sz="2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diarias de las defunciones a nivel nacional.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02" name="Google Shape;40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98933" y="447416"/>
            <a:ext cx="2131289" cy="447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"/>
          <p:cNvSpPr txBox="1"/>
          <p:nvPr/>
        </p:nvSpPr>
        <p:spPr>
          <a:xfrm>
            <a:off x="3216550" y="820350"/>
            <a:ext cx="5766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PE" sz="36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Descarga de Archivo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1048052" y="2644775"/>
            <a:ext cx="2434155" cy="36798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" dist="254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Paso 02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Descarga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 txBox="1"/>
          <p:nvPr/>
        </p:nvSpPr>
        <p:spPr>
          <a:xfrm>
            <a:off x="1048050" y="3173850"/>
            <a:ext cx="2296500" cy="29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600" b="1">
                <a:solidFill>
                  <a:srgbClr val="1E6FC3"/>
                </a:solidFill>
                <a:latin typeface="Calibri"/>
                <a:ea typeface="Calibri"/>
                <a:cs typeface="Calibri"/>
                <a:sym typeface="Calibri"/>
              </a:rPr>
              <a:t>Paso 01</a:t>
            </a:r>
            <a:endParaRPr sz="1600" b="1">
              <a:solidFill>
                <a:srgbClr val="1E6FC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>
                <a:solidFill>
                  <a:srgbClr val="1E6FC3"/>
                </a:solidFill>
                <a:latin typeface="Calibri"/>
                <a:ea typeface="Calibri"/>
                <a:cs typeface="Calibri"/>
                <a:sym typeface="Calibri"/>
              </a:rPr>
              <a:t>Ingresar</a:t>
            </a:r>
            <a:endParaRPr sz="2000" b="1">
              <a:solidFill>
                <a:srgbClr val="1E6FC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1E6FC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6FC3"/>
              </a:buClr>
              <a:buSzPts val="1600"/>
              <a:buFont typeface="Calibri"/>
              <a:buChar char="●"/>
            </a:pPr>
            <a:r>
              <a:rPr lang="es-PE" sz="1600">
                <a:solidFill>
                  <a:srgbClr val="1E6FC3"/>
                </a:solidFill>
                <a:latin typeface="Calibri"/>
                <a:ea typeface="Calibri"/>
                <a:cs typeface="Calibri"/>
                <a:sym typeface="Calibri"/>
              </a:rPr>
              <a:t>Dirígete a la sección donde se encuentra el botón: </a:t>
            </a:r>
            <a:endParaRPr sz="1600">
              <a:solidFill>
                <a:srgbClr val="1E6FC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>
                <a:solidFill>
                  <a:srgbClr val="1E6FC3"/>
                </a:solidFill>
                <a:latin typeface="Calibri"/>
                <a:ea typeface="Calibri"/>
                <a:cs typeface="Calibri"/>
                <a:sym typeface="Calibri"/>
              </a:rPr>
              <a:t>Descarga Data del SINADEF</a:t>
            </a:r>
            <a:endParaRPr sz="1600" b="1">
              <a:solidFill>
                <a:srgbClr val="1E6FC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1E6FC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6FC3"/>
              </a:buClr>
              <a:buSzPts val="1600"/>
              <a:buFont typeface="Calibri"/>
              <a:buChar char="●"/>
            </a:pPr>
            <a:r>
              <a:rPr lang="es-PE" sz="1600">
                <a:solidFill>
                  <a:srgbClr val="1E6FC3"/>
                </a:solidFill>
                <a:latin typeface="Calibri"/>
                <a:ea typeface="Calibri"/>
                <a:cs typeface="Calibri"/>
                <a:sym typeface="Calibri"/>
              </a:rPr>
              <a:t>Haz clic en</a:t>
            </a:r>
            <a:r>
              <a:rPr lang="es-PE" sz="1600" b="1">
                <a:solidFill>
                  <a:srgbClr val="1E6FC3"/>
                </a:solidFill>
                <a:latin typeface="Calibri"/>
                <a:ea typeface="Calibri"/>
                <a:cs typeface="Calibri"/>
                <a:sym typeface="Calibri"/>
              </a:rPr>
              <a:t> “Archivo del SINADEF”</a:t>
            </a:r>
            <a:endParaRPr sz="1600" b="1">
              <a:solidFill>
                <a:srgbClr val="1E6F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3672216" y="2644775"/>
            <a:ext cx="2434200" cy="367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6296380" y="2644775"/>
            <a:ext cx="2435874" cy="3679825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8922262" y="2644775"/>
            <a:ext cx="2434155" cy="3679825"/>
          </a:xfrm>
          <a:prstGeom prst="rect">
            <a:avLst/>
          </a:prstGeom>
          <a:solidFill>
            <a:srgbClr val="29BDC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9666" y="432417"/>
            <a:ext cx="2131289" cy="447453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7"/>
          <p:cNvSpPr txBox="1"/>
          <p:nvPr/>
        </p:nvSpPr>
        <p:spPr>
          <a:xfrm>
            <a:off x="3908150" y="3173850"/>
            <a:ext cx="2038500" cy="28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Paso 02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Descarga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Luego de hacer clic, se abrirá una nueva pestaña en el navegador mostrando el archivo titulado </a:t>
            </a:r>
            <a:r>
              <a:rPr lang="es-PE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“SINADEF_DATOS_ABIERTOS.csv”.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7"/>
          <p:cNvSpPr txBox="1"/>
          <p:nvPr/>
        </p:nvSpPr>
        <p:spPr>
          <a:xfrm>
            <a:off x="6495100" y="3173850"/>
            <a:ext cx="2038500" cy="29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Paso 03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Verificación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vez descargado, el archivo aparecerá en la parte inferior del navegador (como se indica en el recuadro inferior derecho de la imagen).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7"/>
          <p:cNvSpPr txBox="1"/>
          <p:nvPr/>
        </p:nvSpPr>
        <p:spPr>
          <a:xfrm>
            <a:off x="9074601" y="3173850"/>
            <a:ext cx="2131200" cy="24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Paso 04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Ubicación del archivo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 defecto, el archivo descargado se guardará en la carpeta “Descargas” de tu computadora..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7" name="Google Shape;417;p7"/>
          <p:cNvPicPr preferRelativeResize="0"/>
          <p:nvPr/>
        </p:nvPicPr>
        <p:blipFill rotWithShape="1">
          <a:blip r:embed="rId4">
            <a:alphaModFix/>
          </a:blip>
          <a:srcRect t="5979" r="6094" b="3703"/>
          <a:stretch/>
        </p:blipFill>
        <p:spPr>
          <a:xfrm>
            <a:off x="1302375" y="1744656"/>
            <a:ext cx="1914300" cy="13038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000"/>
              </a:srgbClr>
            </a:outerShdw>
          </a:effectLst>
        </p:spPr>
      </p:pic>
      <p:pic>
        <p:nvPicPr>
          <p:cNvPr id="418" name="Google Shape;418;p7"/>
          <p:cNvPicPr preferRelativeResize="0"/>
          <p:nvPr/>
        </p:nvPicPr>
        <p:blipFill rotWithShape="1">
          <a:blip r:embed="rId5">
            <a:alphaModFix/>
          </a:blip>
          <a:srcRect t="25755"/>
          <a:stretch/>
        </p:blipFill>
        <p:spPr>
          <a:xfrm>
            <a:off x="3950538" y="1744656"/>
            <a:ext cx="2000100" cy="13038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000"/>
              </a:srgbClr>
            </a:outerShdw>
          </a:effectLst>
        </p:spPr>
      </p:pic>
      <p:pic>
        <p:nvPicPr>
          <p:cNvPr id="419" name="Google Shape;419;p7"/>
          <p:cNvPicPr preferRelativeResize="0"/>
          <p:nvPr/>
        </p:nvPicPr>
        <p:blipFill rotWithShape="1">
          <a:blip r:embed="rId6">
            <a:alphaModFix/>
          </a:blip>
          <a:srcRect t="14690"/>
          <a:stretch/>
        </p:blipFill>
        <p:spPr>
          <a:xfrm>
            <a:off x="6466613" y="2021706"/>
            <a:ext cx="2000100" cy="749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000"/>
              </a:srgbClr>
            </a:outerShdw>
          </a:effectLst>
        </p:spPr>
      </p:pic>
      <p:pic>
        <p:nvPicPr>
          <p:cNvPr id="420" name="Google Shape;420;p7"/>
          <p:cNvPicPr preferRelativeResize="0"/>
          <p:nvPr/>
        </p:nvPicPr>
        <p:blipFill rotWithShape="1">
          <a:blip r:embed="rId7">
            <a:alphaModFix/>
          </a:blip>
          <a:srcRect l="-1249" t="13567" r="6606" b="2108"/>
          <a:stretch/>
        </p:blipFill>
        <p:spPr>
          <a:xfrm>
            <a:off x="8922200" y="1846806"/>
            <a:ext cx="2629200" cy="10995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3"/>
          <p:cNvSpPr txBox="1"/>
          <p:nvPr/>
        </p:nvSpPr>
        <p:spPr>
          <a:xfrm>
            <a:off x="1829016" y="-646500"/>
            <a:ext cx="9393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PE" sz="3600" b="1">
                <a:latin typeface="Open Sans"/>
                <a:ea typeface="Open Sans"/>
                <a:cs typeface="Open Sans"/>
                <a:sym typeface="Open Sans"/>
              </a:rPr>
              <a:t>Abriendo el archivo CVS, en excel</a:t>
            </a:r>
            <a:endParaRPr sz="3600" b="1" i="0" u="none" strike="noStrike" cap="non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26" name="Google Shape;426;p13"/>
          <p:cNvCxnSpPr/>
          <p:nvPr/>
        </p:nvCxnSpPr>
        <p:spPr>
          <a:xfrm flipH="1">
            <a:off x="3225850" y="2404456"/>
            <a:ext cx="12300" cy="356610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7" name="Google Shape;427;p13"/>
          <p:cNvCxnSpPr/>
          <p:nvPr/>
        </p:nvCxnSpPr>
        <p:spPr>
          <a:xfrm flipH="1">
            <a:off x="8474219" y="2404456"/>
            <a:ext cx="12300" cy="356610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8" name="Google Shape;428;p13"/>
          <p:cNvSpPr/>
          <p:nvPr/>
        </p:nvSpPr>
        <p:spPr>
          <a:xfrm>
            <a:off x="6254099" y="2404457"/>
            <a:ext cx="1795200" cy="179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5730800" y="4341975"/>
            <a:ext cx="25749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Hacer clic en la pestaña </a:t>
            </a:r>
            <a:r>
              <a:rPr lang="es-PE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[Datos]</a:t>
            </a: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seleccionar el botón </a:t>
            </a:r>
            <a:r>
              <a:rPr lang="es-PE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[obtener datos]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6860626" y="3063913"/>
            <a:ext cx="582012" cy="47617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9025" tIns="19025" rIns="19025" bIns="19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2"/>
              <a:buFont typeface="Gill Sans"/>
              <a:buNone/>
            </a:pPr>
            <a:endParaRPr sz="156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867221" y="2404457"/>
            <a:ext cx="1795200" cy="17952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25400" dist="254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350413" y="4341975"/>
            <a:ext cx="28287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  la opción </a:t>
            </a:r>
            <a:r>
              <a:rPr lang="es-PE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“Libro en blanco”</a:t>
            </a: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iniciar una nueva hoja de cálculo.</a:t>
            </a:r>
            <a:endParaRPr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33" name="Google Shape;43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000" y="2940114"/>
            <a:ext cx="823525" cy="752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4824" y="2832325"/>
            <a:ext cx="2149546" cy="17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3"/>
          <p:cNvPicPr preferRelativeResize="0"/>
          <p:nvPr/>
        </p:nvPicPr>
        <p:blipFill rotWithShape="1">
          <a:blip r:embed="rId5">
            <a:alphaModFix/>
          </a:blip>
          <a:srcRect r="35500"/>
          <a:stretch/>
        </p:blipFill>
        <p:spPr>
          <a:xfrm>
            <a:off x="8586600" y="2559125"/>
            <a:ext cx="3413100" cy="2341500"/>
          </a:xfrm>
          <a:prstGeom prst="roundRect">
            <a:avLst>
              <a:gd name="adj" fmla="val 5209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36" name="Google Shape;436;p13"/>
          <p:cNvSpPr/>
          <p:nvPr/>
        </p:nvSpPr>
        <p:spPr>
          <a:xfrm>
            <a:off x="777274" y="537600"/>
            <a:ext cx="5114351" cy="1039925"/>
          </a:xfrm>
          <a:custGeom>
            <a:avLst/>
            <a:gdLst/>
            <a:ahLst/>
            <a:cxnLst/>
            <a:rect l="l" t="t" r="r" b="b"/>
            <a:pathLst>
              <a:path w="1009" h="203" extrusionOk="0">
                <a:moveTo>
                  <a:pt x="907" y="203"/>
                </a:moveTo>
                <a:cubicBezTo>
                  <a:pt x="101" y="203"/>
                  <a:pt x="101" y="203"/>
                  <a:pt x="101" y="203"/>
                </a:cubicBezTo>
                <a:cubicBezTo>
                  <a:pt x="45" y="203"/>
                  <a:pt x="0" y="157"/>
                  <a:pt x="0" y="101"/>
                </a:cubicBezTo>
                <a:cubicBezTo>
                  <a:pt x="0" y="101"/>
                  <a:pt x="0" y="101"/>
                  <a:pt x="0" y="101"/>
                </a:cubicBezTo>
                <a:cubicBezTo>
                  <a:pt x="0" y="45"/>
                  <a:pt x="45" y="0"/>
                  <a:pt x="101" y="0"/>
                </a:cubicBezTo>
                <a:cubicBezTo>
                  <a:pt x="907" y="0"/>
                  <a:pt x="907" y="0"/>
                  <a:pt x="907" y="0"/>
                </a:cubicBezTo>
                <a:cubicBezTo>
                  <a:pt x="963" y="0"/>
                  <a:pt x="1009" y="45"/>
                  <a:pt x="1009" y="101"/>
                </a:cubicBezTo>
                <a:cubicBezTo>
                  <a:pt x="1009" y="101"/>
                  <a:pt x="1009" y="101"/>
                  <a:pt x="1009" y="101"/>
                </a:cubicBezTo>
                <a:cubicBezTo>
                  <a:pt x="1009" y="157"/>
                  <a:pt x="963" y="203"/>
                  <a:pt x="907" y="20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777284" y="540120"/>
            <a:ext cx="1676716" cy="1037569"/>
          </a:xfrm>
          <a:custGeom>
            <a:avLst/>
            <a:gdLst/>
            <a:ahLst/>
            <a:cxnLst/>
            <a:rect l="l" t="t" r="r" b="b"/>
            <a:pathLst>
              <a:path w="1585547" h="981153" extrusionOk="0">
                <a:moveTo>
                  <a:pt x="483654" y="0"/>
                </a:moveTo>
                <a:cubicBezTo>
                  <a:pt x="845497" y="0"/>
                  <a:pt x="1173417" y="0"/>
                  <a:pt x="1470594" y="0"/>
                </a:cubicBezTo>
                <a:lnTo>
                  <a:pt x="1585547" y="0"/>
                </a:lnTo>
                <a:cubicBezTo>
                  <a:pt x="1240038" y="0"/>
                  <a:pt x="844048" y="864439"/>
                  <a:pt x="511947" y="972493"/>
                </a:cubicBezTo>
                <a:lnTo>
                  <a:pt x="460569" y="981153"/>
                </a:lnTo>
                <a:lnTo>
                  <a:pt x="385879" y="973433"/>
                </a:lnTo>
                <a:cubicBezTo>
                  <a:pt x="164984" y="927064"/>
                  <a:pt x="0" y="726753"/>
                  <a:pt x="0" y="489347"/>
                </a:cubicBezTo>
                <a:cubicBezTo>
                  <a:pt x="0" y="218026"/>
                  <a:pt x="215489" y="0"/>
                  <a:pt x="483654" y="0"/>
                </a:cubicBezTo>
                <a:close/>
              </a:path>
            </a:pathLst>
          </a:custGeom>
          <a:solidFill>
            <a:srgbClr val="0F6FC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8" name="Google Shape;438;p13"/>
          <p:cNvSpPr txBox="1"/>
          <p:nvPr/>
        </p:nvSpPr>
        <p:spPr>
          <a:xfrm>
            <a:off x="2207200" y="1001600"/>
            <a:ext cx="335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PE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EN EXCEL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3"/>
          <p:cNvSpPr txBox="1"/>
          <p:nvPr/>
        </p:nvSpPr>
        <p:spPr>
          <a:xfrm>
            <a:off x="2207200" y="735900"/>
            <a:ext cx="335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PE" sz="1800" b="1">
                <a:latin typeface="Open Sans"/>
                <a:ea typeface="Open Sans"/>
                <a:cs typeface="Open Sans"/>
                <a:sym typeface="Open Sans"/>
              </a:rPr>
              <a:t>ABRIENDO EL ARCHIVO CVS</a:t>
            </a:r>
            <a:endParaRPr sz="1700" b="1" i="0" u="none" strike="noStrike" cap="non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1061100" y="865527"/>
            <a:ext cx="451440" cy="36930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9025" tIns="19025" rIns="19025" bIns="19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2"/>
              <a:buFont typeface="Gill Sans"/>
              <a:buNone/>
            </a:pPr>
            <a:endParaRPr sz="156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4"/>
          <p:cNvSpPr/>
          <p:nvPr/>
        </p:nvSpPr>
        <p:spPr>
          <a:xfrm>
            <a:off x="509925" y="2173325"/>
            <a:ext cx="404100" cy="4041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4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4"/>
          <p:cNvSpPr/>
          <p:nvPr/>
        </p:nvSpPr>
        <p:spPr>
          <a:xfrm>
            <a:off x="509925" y="3282650"/>
            <a:ext cx="404100" cy="4041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4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4"/>
          <p:cNvSpPr/>
          <p:nvPr/>
        </p:nvSpPr>
        <p:spPr>
          <a:xfrm>
            <a:off x="509925" y="4537975"/>
            <a:ext cx="404100" cy="4041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4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4"/>
          <p:cNvSpPr/>
          <p:nvPr/>
        </p:nvSpPr>
        <p:spPr>
          <a:xfrm>
            <a:off x="509925" y="4996500"/>
            <a:ext cx="404100" cy="4041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4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4"/>
          <p:cNvSpPr/>
          <p:nvPr/>
        </p:nvSpPr>
        <p:spPr>
          <a:xfrm>
            <a:off x="509925" y="5524150"/>
            <a:ext cx="404100" cy="4041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4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4"/>
          <p:cNvSpPr/>
          <p:nvPr/>
        </p:nvSpPr>
        <p:spPr>
          <a:xfrm>
            <a:off x="457200" y="2173325"/>
            <a:ext cx="4227900" cy="43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6FC3"/>
              </a:buClr>
              <a:buSzPts val="1400"/>
              <a:buFont typeface="Calibri"/>
              <a:buAutoNum type="arabicPeriod"/>
            </a:pP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Haz clic en la pestaña</a:t>
            </a:r>
            <a:r>
              <a:rPr lang="es-PE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“Datos”</a:t>
            </a: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ubicada en la parte superior del programa.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eriod"/>
            </a:pP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grupo </a:t>
            </a:r>
            <a:r>
              <a:rPr lang="es-PE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“Obtener y transformar datos”</a:t>
            </a: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selecciona el botón </a:t>
            </a:r>
            <a:r>
              <a:rPr lang="es-PE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“Obtener datos”</a:t>
            </a: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6FC3"/>
              </a:buClr>
              <a:buSzPts val="1400"/>
              <a:buFont typeface="Calibri"/>
              <a:buAutoNum type="arabicPeriod"/>
            </a:pP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menú desplegable, elige:</a:t>
            </a:r>
            <a:r>
              <a:rPr lang="es-PE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“Desde un archivo”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Luego selecciona </a:t>
            </a:r>
            <a:r>
              <a:rPr lang="es-PE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“De texto/CSV”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abrirá una ventana del explorador de archivos.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6FC3"/>
              </a:buClr>
              <a:buSzPts val="1400"/>
              <a:buFont typeface="Calibri"/>
              <a:buAutoNum type="arabicPeriod"/>
            </a:pP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Dirígete a la carpeta</a:t>
            </a:r>
            <a:r>
              <a:rPr lang="es-PE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“Descargas” </a:t>
            </a: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 donde esté guardado tu archivo CSV).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6FC3"/>
              </a:buClr>
              <a:buSzPts val="1400"/>
              <a:buFont typeface="Calibri"/>
              <a:buAutoNum type="arabicPeriod"/>
            </a:pP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 el archivo llamado </a:t>
            </a:r>
            <a:r>
              <a:rPr lang="es-PE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SINADEF_DATOS_ABIERTOS.csv.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6FC3"/>
              </a:buClr>
              <a:buSzPts val="1400"/>
              <a:buFont typeface="Calibri"/>
              <a:buAutoNum type="arabicPeriod"/>
            </a:pP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Haz clic en el botón</a:t>
            </a:r>
            <a:r>
              <a:rPr lang="es-PE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“Abrir”</a:t>
            </a: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(esquina inferior derecha).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806597" y="678900"/>
            <a:ext cx="6118124" cy="1039925"/>
          </a:xfrm>
          <a:custGeom>
            <a:avLst/>
            <a:gdLst/>
            <a:ahLst/>
            <a:cxnLst/>
            <a:rect l="l" t="t" r="r" b="b"/>
            <a:pathLst>
              <a:path w="1009" h="203" extrusionOk="0">
                <a:moveTo>
                  <a:pt x="907" y="203"/>
                </a:moveTo>
                <a:cubicBezTo>
                  <a:pt x="101" y="203"/>
                  <a:pt x="101" y="203"/>
                  <a:pt x="101" y="203"/>
                </a:cubicBezTo>
                <a:cubicBezTo>
                  <a:pt x="45" y="203"/>
                  <a:pt x="0" y="157"/>
                  <a:pt x="0" y="101"/>
                </a:cubicBezTo>
                <a:cubicBezTo>
                  <a:pt x="0" y="101"/>
                  <a:pt x="0" y="101"/>
                  <a:pt x="0" y="101"/>
                </a:cubicBezTo>
                <a:cubicBezTo>
                  <a:pt x="0" y="45"/>
                  <a:pt x="45" y="0"/>
                  <a:pt x="101" y="0"/>
                </a:cubicBezTo>
                <a:cubicBezTo>
                  <a:pt x="907" y="0"/>
                  <a:pt x="907" y="0"/>
                  <a:pt x="907" y="0"/>
                </a:cubicBezTo>
                <a:cubicBezTo>
                  <a:pt x="963" y="0"/>
                  <a:pt x="1009" y="45"/>
                  <a:pt x="1009" y="101"/>
                </a:cubicBezTo>
                <a:cubicBezTo>
                  <a:pt x="1009" y="101"/>
                  <a:pt x="1009" y="101"/>
                  <a:pt x="1009" y="101"/>
                </a:cubicBezTo>
                <a:cubicBezTo>
                  <a:pt x="1009" y="157"/>
                  <a:pt x="963" y="203"/>
                  <a:pt x="907" y="20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52" name="Google Shape;452;p34"/>
          <p:cNvSpPr/>
          <p:nvPr/>
        </p:nvSpPr>
        <p:spPr>
          <a:xfrm>
            <a:off x="806609" y="681420"/>
            <a:ext cx="1676716" cy="1037569"/>
          </a:xfrm>
          <a:custGeom>
            <a:avLst/>
            <a:gdLst/>
            <a:ahLst/>
            <a:cxnLst/>
            <a:rect l="l" t="t" r="r" b="b"/>
            <a:pathLst>
              <a:path w="1585547" h="981153" extrusionOk="0">
                <a:moveTo>
                  <a:pt x="483654" y="0"/>
                </a:moveTo>
                <a:cubicBezTo>
                  <a:pt x="845497" y="0"/>
                  <a:pt x="1173417" y="0"/>
                  <a:pt x="1470594" y="0"/>
                </a:cubicBezTo>
                <a:lnTo>
                  <a:pt x="1585547" y="0"/>
                </a:lnTo>
                <a:cubicBezTo>
                  <a:pt x="1240038" y="0"/>
                  <a:pt x="844048" y="864439"/>
                  <a:pt x="511947" y="972493"/>
                </a:cubicBezTo>
                <a:lnTo>
                  <a:pt x="460569" y="981153"/>
                </a:lnTo>
                <a:lnTo>
                  <a:pt x="385879" y="973433"/>
                </a:lnTo>
                <a:cubicBezTo>
                  <a:pt x="164984" y="927064"/>
                  <a:pt x="0" y="726753"/>
                  <a:pt x="0" y="489347"/>
                </a:cubicBezTo>
                <a:cubicBezTo>
                  <a:pt x="0" y="218026"/>
                  <a:pt x="215489" y="0"/>
                  <a:pt x="4836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53" name="Google Shape;453;p34"/>
          <p:cNvSpPr txBox="1"/>
          <p:nvPr/>
        </p:nvSpPr>
        <p:spPr>
          <a:xfrm>
            <a:off x="2312725" y="877200"/>
            <a:ext cx="43452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800" b="1">
                <a:latin typeface="Open Sans"/>
                <a:ea typeface="Open Sans"/>
                <a:cs typeface="Open Sans"/>
                <a:sym typeface="Open Sans"/>
              </a:rPr>
              <a:t>CÓMO IMPORTAR UN ARCHIVO CSV EN EXCEL </a:t>
            </a:r>
            <a:r>
              <a:rPr lang="es-PE" sz="1600" b="1">
                <a:latin typeface="Open Sans"/>
                <a:ea typeface="Open Sans"/>
                <a:cs typeface="Open Sans"/>
                <a:sym typeface="Open Sans"/>
              </a:rPr>
              <a:t>(desde la pestaña Datos)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4" name="Google Shape;454;p34"/>
          <p:cNvSpPr/>
          <p:nvPr/>
        </p:nvSpPr>
        <p:spPr>
          <a:xfrm>
            <a:off x="1118782" y="945986"/>
            <a:ext cx="404142" cy="404142"/>
          </a:xfrm>
          <a:custGeom>
            <a:avLst/>
            <a:gdLst/>
            <a:ahLst/>
            <a:cxnLst/>
            <a:rect l="l" t="t" r="r" b="b"/>
            <a:pathLst>
              <a:path w="160" h="160" extrusionOk="0">
                <a:moveTo>
                  <a:pt x="160" y="110"/>
                </a:moveTo>
                <a:cubicBezTo>
                  <a:pt x="160" y="113"/>
                  <a:pt x="158" y="115"/>
                  <a:pt x="155" y="117"/>
                </a:cubicBezTo>
                <a:cubicBezTo>
                  <a:pt x="86" y="158"/>
                  <a:pt x="86" y="158"/>
                  <a:pt x="86" y="158"/>
                </a:cubicBezTo>
                <a:cubicBezTo>
                  <a:pt x="85" y="160"/>
                  <a:pt x="82" y="160"/>
                  <a:pt x="80" y="160"/>
                </a:cubicBezTo>
                <a:cubicBezTo>
                  <a:pt x="77" y="160"/>
                  <a:pt x="74" y="160"/>
                  <a:pt x="72" y="158"/>
                </a:cubicBezTo>
                <a:cubicBezTo>
                  <a:pt x="3" y="117"/>
                  <a:pt x="3" y="117"/>
                  <a:pt x="3" y="117"/>
                </a:cubicBezTo>
                <a:cubicBezTo>
                  <a:pt x="0" y="115"/>
                  <a:pt x="0" y="113"/>
                  <a:pt x="0" y="110"/>
                </a:cubicBezTo>
                <a:cubicBezTo>
                  <a:pt x="0" y="109"/>
                  <a:pt x="2" y="105"/>
                  <a:pt x="3" y="105"/>
                </a:cubicBezTo>
                <a:cubicBezTo>
                  <a:pt x="11" y="101"/>
                  <a:pt x="11" y="101"/>
                  <a:pt x="11" y="101"/>
                </a:cubicBezTo>
                <a:cubicBezTo>
                  <a:pt x="69" y="134"/>
                  <a:pt x="69" y="134"/>
                  <a:pt x="69" y="134"/>
                </a:cubicBezTo>
                <a:cubicBezTo>
                  <a:pt x="72" y="137"/>
                  <a:pt x="75" y="137"/>
                  <a:pt x="80" y="137"/>
                </a:cubicBezTo>
                <a:cubicBezTo>
                  <a:pt x="83" y="137"/>
                  <a:pt x="86" y="137"/>
                  <a:pt x="90" y="134"/>
                </a:cubicBezTo>
                <a:cubicBezTo>
                  <a:pt x="149" y="101"/>
                  <a:pt x="149" y="101"/>
                  <a:pt x="149" y="101"/>
                </a:cubicBezTo>
                <a:cubicBezTo>
                  <a:pt x="155" y="105"/>
                  <a:pt x="155" y="105"/>
                  <a:pt x="155" y="105"/>
                </a:cubicBezTo>
                <a:cubicBezTo>
                  <a:pt x="158" y="105"/>
                  <a:pt x="160" y="109"/>
                  <a:pt x="160" y="110"/>
                </a:cubicBezTo>
                <a:moveTo>
                  <a:pt x="3" y="57"/>
                </a:moveTo>
                <a:cubicBezTo>
                  <a:pt x="72" y="99"/>
                  <a:pt x="72" y="99"/>
                  <a:pt x="72" y="99"/>
                </a:cubicBezTo>
                <a:cubicBezTo>
                  <a:pt x="74" y="99"/>
                  <a:pt x="77" y="101"/>
                  <a:pt x="80" y="101"/>
                </a:cubicBezTo>
                <a:cubicBezTo>
                  <a:pt x="82" y="101"/>
                  <a:pt x="85" y="99"/>
                  <a:pt x="86" y="99"/>
                </a:cubicBezTo>
                <a:cubicBezTo>
                  <a:pt x="155" y="57"/>
                  <a:pt x="155" y="57"/>
                  <a:pt x="155" y="57"/>
                </a:cubicBezTo>
                <a:cubicBezTo>
                  <a:pt x="158" y="56"/>
                  <a:pt x="160" y="53"/>
                  <a:pt x="160" y="51"/>
                </a:cubicBezTo>
                <a:cubicBezTo>
                  <a:pt x="160" y="48"/>
                  <a:pt x="158" y="46"/>
                  <a:pt x="155" y="45"/>
                </a:cubicBezTo>
                <a:cubicBezTo>
                  <a:pt x="86" y="1"/>
                  <a:pt x="86" y="1"/>
                  <a:pt x="86" y="1"/>
                </a:cubicBezTo>
                <a:cubicBezTo>
                  <a:pt x="82" y="0"/>
                  <a:pt x="77" y="0"/>
                  <a:pt x="72" y="1"/>
                </a:cubicBezTo>
                <a:cubicBezTo>
                  <a:pt x="3" y="45"/>
                  <a:pt x="3" y="45"/>
                  <a:pt x="3" y="45"/>
                </a:cubicBezTo>
                <a:cubicBezTo>
                  <a:pt x="0" y="46"/>
                  <a:pt x="0" y="48"/>
                  <a:pt x="0" y="51"/>
                </a:cubicBezTo>
                <a:cubicBezTo>
                  <a:pt x="0" y="53"/>
                  <a:pt x="0" y="56"/>
                  <a:pt x="3" y="57"/>
                </a:cubicBezTo>
                <a:moveTo>
                  <a:pt x="3" y="86"/>
                </a:moveTo>
                <a:cubicBezTo>
                  <a:pt x="72" y="128"/>
                  <a:pt x="72" y="128"/>
                  <a:pt x="72" y="128"/>
                </a:cubicBezTo>
                <a:cubicBezTo>
                  <a:pt x="74" y="129"/>
                  <a:pt x="77" y="129"/>
                  <a:pt x="80" y="129"/>
                </a:cubicBezTo>
                <a:cubicBezTo>
                  <a:pt x="82" y="129"/>
                  <a:pt x="85" y="129"/>
                  <a:pt x="86" y="128"/>
                </a:cubicBezTo>
                <a:cubicBezTo>
                  <a:pt x="155" y="86"/>
                  <a:pt x="155" y="86"/>
                  <a:pt x="155" y="86"/>
                </a:cubicBezTo>
                <a:cubicBezTo>
                  <a:pt x="158" y="85"/>
                  <a:pt x="160" y="83"/>
                  <a:pt x="160" y="81"/>
                </a:cubicBezTo>
                <a:cubicBezTo>
                  <a:pt x="160" y="78"/>
                  <a:pt x="158" y="77"/>
                  <a:pt x="155" y="75"/>
                </a:cubicBezTo>
                <a:cubicBezTo>
                  <a:pt x="149" y="70"/>
                  <a:pt x="149" y="70"/>
                  <a:pt x="149" y="70"/>
                </a:cubicBezTo>
                <a:cubicBezTo>
                  <a:pt x="90" y="105"/>
                  <a:pt x="90" y="105"/>
                  <a:pt x="90" y="105"/>
                </a:cubicBezTo>
                <a:cubicBezTo>
                  <a:pt x="86" y="107"/>
                  <a:pt x="83" y="109"/>
                  <a:pt x="80" y="109"/>
                </a:cubicBezTo>
                <a:cubicBezTo>
                  <a:pt x="75" y="109"/>
                  <a:pt x="72" y="107"/>
                  <a:pt x="69" y="105"/>
                </a:cubicBezTo>
                <a:cubicBezTo>
                  <a:pt x="10" y="70"/>
                  <a:pt x="10" y="70"/>
                  <a:pt x="10" y="70"/>
                </a:cubicBezTo>
                <a:cubicBezTo>
                  <a:pt x="3" y="75"/>
                  <a:pt x="3" y="75"/>
                  <a:pt x="3" y="75"/>
                </a:cubicBezTo>
                <a:cubicBezTo>
                  <a:pt x="0" y="77"/>
                  <a:pt x="0" y="78"/>
                  <a:pt x="0" y="80"/>
                </a:cubicBezTo>
                <a:cubicBezTo>
                  <a:pt x="0" y="83"/>
                  <a:pt x="0" y="85"/>
                  <a:pt x="3" y="8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55" name="Google Shape;45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8933" y="447416"/>
            <a:ext cx="2131290" cy="447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2600" y="2097125"/>
            <a:ext cx="6867627" cy="403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g35cabaeb424_0_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8933" y="447416"/>
            <a:ext cx="2131290" cy="447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g35cabaeb424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8200" y="1975700"/>
            <a:ext cx="6335400" cy="4235100"/>
          </a:xfrm>
          <a:prstGeom prst="round2DiagRect">
            <a:avLst>
              <a:gd name="adj1" fmla="val 9140"/>
              <a:gd name="adj2" fmla="val 0"/>
            </a:avLst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63" name="Google Shape;463;g35cabaeb424_0_54"/>
          <p:cNvSpPr/>
          <p:nvPr/>
        </p:nvSpPr>
        <p:spPr>
          <a:xfrm>
            <a:off x="526325" y="3486450"/>
            <a:ext cx="404100" cy="4041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4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g35cabaeb424_0_54"/>
          <p:cNvSpPr/>
          <p:nvPr/>
        </p:nvSpPr>
        <p:spPr>
          <a:xfrm>
            <a:off x="602525" y="3562650"/>
            <a:ext cx="4175100" cy="8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b="1">
                <a:solidFill>
                  <a:srgbClr val="1E6FC3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Haz clic en la pestaña</a:t>
            </a:r>
            <a:r>
              <a:rPr lang="es-PE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“Cargar”</a:t>
            </a: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ubicada en la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parte inferior del programa.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g35cabaeb424_0_54"/>
          <p:cNvSpPr/>
          <p:nvPr/>
        </p:nvSpPr>
        <p:spPr>
          <a:xfrm>
            <a:off x="806597" y="678900"/>
            <a:ext cx="6118124" cy="1039925"/>
          </a:xfrm>
          <a:custGeom>
            <a:avLst/>
            <a:gdLst/>
            <a:ahLst/>
            <a:cxnLst/>
            <a:rect l="l" t="t" r="r" b="b"/>
            <a:pathLst>
              <a:path w="1009" h="203" extrusionOk="0">
                <a:moveTo>
                  <a:pt x="907" y="203"/>
                </a:moveTo>
                <a:cubicBezTo>
                  <a:pt x="101" y="203"/>
                  <a:pt x="101" y="203"/>
                  <a:pt x="101" y="203"/>
                </a:cubicBezTo>
                <a:cubicBezTo>
                  <a:pt x="45" y="203"/>
                  <a:pt x="0" y="157"/>
                  <a:pt x="0" y="101"/>
                </a:cubicBezTo>
                <a:cubicBezTo>
                  <a:pt x="0" y="101"/>
                  <a:pt x="0" y="101"/>
                  <a:pt x="0" y="101"/>
                </a:cubicBezTo>
                <a:cubicBezTo>
                  <a:pt x="0" y="45"/>
                  <a:pt x="45" y="0"/>
                  <a:pt x="101" y="0"/>
                </a:cubicBezTo>
                <a:cubicBezTo>
                  <a:pt x="907" y="0"/>
                  <a:pt x="907" y="0"/>
                  <a:pt x="907" y="0"/>
                </a:cubicBezTo>
                <a:cubicBezTo>
                  <a:pt x="963" y="0"/>
                  <a:pt x="1009" y="45"/>
                  <a:pt x="1009" y="101"/>
                </a:cubicBezTo>
                <a:cubicBezTo>
                  <a:pt x="1009" y="101"/>
                  <a:pt x="1009" y="101"/>
                  <a:pt x="1009" y="101"/>
                </a:cubicBezTo>
                <a:cubicBezTo>
                  <a:pt x="1009" y="157"/>
                  <a:pt x="963" y="203"/>
                  <a:pt x="907" y="20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66" name="Google Shape;466;g35cabaeb424_0_54"/>
          <p:cNvSpPr/>
          <p:nvPr/>
        </p:nvSpPr>
        <p:spPr>
          <a:xfrm>
            <a:off x="806609" y="681420"/>
            <a:ext cx="1676716" cy="1037569"/>
          </a:xfrm>
          <a:custGeom>
            <a:avLst/>
            <a:gdLst/>
            <a:ahLst/>
            <a:cxnLst/>
            <a:rect l="l" t="t" r="r" b="b"/>
            <a:pathLst>
              <a:path w="1585547" h="981153" extrusionOk="0">
                <a:moveTo>
                  <a:pt x="483654" y="0"/>
                </a:moveTo>
                <a:cubicBezTo>
                  <a:pt x="845497" y="0"/>
                  <a:pt x="1173417" y="0"/>
                  <a:pt x="1470594" y="0"/>
                </a:cubicBezTo>
                <a:lnTo>
                  <a:pt x="1585547" y="0"/>
                </a:lnTo>
                <a:cubicBezTo>
                  <a:pt x="1240038" y="0"/>
                  <a:pt x="844048" y="864439"/>
                  <a:pt x="511947" y="972493"/>
                </a:cubicBezTo>
                <a:lnTo>
                  <a:pt x="460569" y="981153"/>
                </a:lnTo>
                <a:lnTo>
                  <a:pt x="385879" y="973433"/>
                </a:lnTo>
                <a:cubicBezTo>
                  <a:pt x="164984" y="927064"/>
                  <a:pt x="0" y="726753"/>
                  <a:pt x="0" y="489347"/>
                </a:cubicBezTo>
                <a:cubicBezTo>
                  <a:pt x="0" y="218026"/>
                  <a:pt x="215489" y="0"/>
                  <a:pt x="4836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67" name="Google Shape;467;g35cabaeb424_0_54"/>
          <p:cNvSpPr txBox="1"/>
          <p:nvPr/>
        </p:nvSpPr>
        <p:spPr>
          <a:xfrm>
            <a:off x="2312725" y="877200"/>
            <a:ext cx="43452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800" b="1">
                <a:latin typeface="Open Sans"/>
                <a:ea typeface="Open Sans"/>
                <a:cs typeface="Open Sans"/>
                <a:sym typeface="Open Sans"/>
              </a:rPr>
              <a:t>CÓMO IMPORTAR UN ARCHIVO CSV EN EXCEL </a:t>
            </a:r>
            <a:r>
              <a:rPr lang="es-PE" sz="1600" b="1">
                <a:latin typeface="Open Sans"/>
                <a:ea typeface="Open Sans"/>
                <a:cs typeface="Open Sans"/>
                <a:sym typeface="Open Sans"/>
              </a:rPr>
              <a:t>(desde la pestaña Datos)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8" name="Google Shape;468;g35cabaeb424_0_54"/>
          <p:cNvSpPr/>
          <p:nvPr/>
        </p:nvSpPr>
        <p:spPr>
          <a:xfrm>
            <a:off x="1118782" y="945986"/>
            <a:ext cx="404142" cy="404142"/>
          </a:xfrm>
          <a:custGeom>
            <a:avLst/>
            <a:gdLst/>
            <a:ahLst/>
            <a:cxnLst/>
            <a:rect l="l" t="t" r="r" b="b"/>
            <a:pathLst>
              <a:path w="160" h="160" extrusionOk="0">
                <a:moveTo>
                  <a:pt x="160" y="110"/>
                </a:moveTo>
                <a:cubicBezTo>
                  <a:pt x="160" y="113"/>
                  <a:pt x="158" y="115"/>
                  <a:pt x="155" y="117"/>
                </a:cubicBezTo>
                <a:cubicBezTo>
                  <a:pt x="86" y="158"/>
                  <a:pt x="86" y="158"/>
                  <a:pt x="86" y="158"/>
                </a:cubicBezTo>
                <a:cubicBezTo>
                  <a:pt x="85" y="160"/>
                  <a:pt x="82" y="160"/>
                  <a:pt x="80" y="160"/>
                </a:cubicBezTo>
                <a:cubicBezTo>
                  <a:pt x="77" y="160"/>
                  <a:pt x="74" y="160"/>
                  <a:pt x="72" y="158"/>
                </a:cubicBezTo>
                <a:cubicBezTo>
                  <a:pt x="3" y="117"/>
                  <a:pt x="3" y="117"/>
                  <a:pt x="3" y="117"/>
                </a:cubicBezTo>
                <a:cubicBezTo>
                  <a:pt x="0" y="115"/>
                  <a:pt x="0" y="113"/>
                  <a:pt x="0" y="110"/>
                </a:cubicBezTo>
                <a:cubicBezTo>
                  <a:pt x="0" y="109"/>
                  <a:pt x="2" y="105"/>
                  <a:pt x="3" y="105"/>
                </a:cubicBezTo>
                <a:cubicBezTo>
                  <a:pt x="11" y="101"/>
                  <a:pt x="11" y="101"/>
                  <a:pt x="11" y="101"/>
                </a:cubicBezTo>
                <a:cubicBezTo>
                  <a:pt x="69" y="134"/>
                  <a:pt x="69" y="134"/>
                  <a:pt x="69" y="134"/>
                </a:cubicBezTo>
                <a:cubicBezTo>
                  <a:pt x="72" y="137"/>
                  <a:pt x="75" y="137"/>
                  <a:pt x="80" y="137"/>
                </a:cubicBezTo>
                <a:cubicBezTo>
                  <a:pt x="83" y="137"/>
                  <a:pt x="86" y="137"/>
                  <a:pt x="90" y="134"/>
                </a:cubicBezTo>
                <a:cubicBezTo>
                  <a:pt x="149" y="101"/>
                  <a:pt x="149" y="101"/>
                  <a:pt x="149" y="101"/>
                </a:cubicBezTo>
                <a:cubicBezTo>
                  <a:pt x="155" y="105"/>
                  <a:pt x="155" y="105"/>
                  <a:pt x="155" y="105"/>
                </a:cubicBezTo>
                <a:cubicBezTo>
                  <a:pt x="158" y="105"/>
                  <a:pt x="160" y="109"/>
                  <a:pt x="160" y="110"/>
                </a:cubicBezTo>
                <a:moveTo>
                  <a:pt x="3" y="57"/>
                </a:moveTo>
                <a:cubicBezTo>
                  <a:pt x="72" y="99"/>
                  <a:pt x="72" y="99"/>
                  <a:pt x="72" y="99"/>
                </a:cubicBezTo>
                <a:cubicBezTo>
                  <a:pt x="74" y="99"/>
                  <a:pt x="77" y="101"/>
                  <a:pt x="80" y="101"/>
                </a:cubicBezTo>
                <a:cubicBezTo>
                  <a:pt x="82" y="101"/>
                  <a:pt x="85" y="99"/>
                  <a:pt x="86" y="99"/>
                </a:cubicBezTo>
                <a:cubicBezTo>
                  <a:pt x="155" y="57"/>
                  <a:pt x="155" y="57"/>
                  <a:pt x="155" y="57"/>
                </a:cubicBezTo>
                <a:cubicBezTo>
                  <a:pt x="158" y="56"/>
                  <a:pt x="160" y="53"/>
                  <a:pt x="160" y="51"/>
                </a:cubicBezTo>
                <a:cubicBezTo>
                  <a:pt x="160" y="48"/>
                  <a:pt x="158" y="46"/>
                  <a:pt x="155" y="45"/>
                </a:cubicBezTo>
                <a:cubicBezTo>
                  <a:pt x="86" y="1"/>
                  <a:pt x="86" y="1"/>
                  <a:pt x="86" y="1"/>
                </a:cubicBezTo>
                <a:cubicBezTo>
                  <a:pt x="82" y="0"/>
                  <a:pt x="77" y="0"/>
                  <a:pt x="72" y="1"/>
                </a:cubicBezTo>
                <a:cubicBezTo>
                  <a:pt x="3" y="45"/>
                  <a:pt x="3" y="45"/>
                  <a:pt x="3" y="45"/>
                </a:cubicBezTo>
                <a:cubicBezTo>
                  <a:pt x="0" y="46"/>
                  <a:pt x="0" y="48"/>
                  <a:pt x="0" y="51"/>
                </a:cubicBezTo>
                <a:cubicBezTo>
                  <a:pt x="0" y="53"/>
                  <a:pt x="0" y="56"/>
                  <a:pt x="3" y="57"/>
                </a:cubicBezTo>
                <a:moveTo>
                  <a:pt x="3" y="86"/>
                </a:moveTo>
                <a:cubicBezTo>
                  <a:pt x="72" y="128"/>
                  <a:pt x="72" y="128"/>
                  <a:pt x="72" y="128"/>
                </a:cubicBezTo>
                <a:cubicBezTo>
                  <a:pt x="74" y="129"/>
                  <a:pt x="77" y="129"/>
                  <a:pt x="80" y="129"/>
                </a:cubicBezTo>
                <a:cubicBezTo>
                  <a:pt x="82" y="129"/>
                  <a:pt x="85" y="129"/>
                  <a:pt x="86" y="128"/>
                </a:cubicBezTo>
                <a:cubicBezTo>
                  <a:pt x="155" y="86"/>
                  <a:pt x="155" y="86"/>
                  <a:pt x="155" y="86"/>
                </a:cubicBezTo>
                <a:cubicBezTo>
                  <a:pt x="158" y="85"/>
                  <a:pt x="160" y="83"/>
                  <a:pt x="160" y="81"/>
                </a:cubicBezTo>
                <a:cubicBezTo>
                  <a:pt x="160" y="78"/>
                  <a:pt x="158" y="77"/>
                  <a:pt x="155" y="75"/>
                </a:cubicBezTo>
                <a:cubicBezTo>
                  <a:pt x="149" y="70"/>
                  <a:pt x="149" y="70"/>
                  <a:pt x="149" y="70"/>
                </a:cubicBezTo>
                <a:cubicBezTo>
                  <a:pt x="90" y="105"/>
                  <a:pt x="90" y="105"/>
                  <a:pt x="90" y="105"/>
                </a:cubicBezTo>
                <a:cubicBezTo>
                  <a:pt x="86" y="107"/>
                  <a:pt x="83" y="109"/>
                  <a:pt x="80" y="109"/>
                </a:cubicBezTo>
                <a:cubicBezTo>
                  <a:pt x="75" y="109"/>
                  <a:pt x="72" y="107"/>
                  <a:pt x="69" y="105"/>
                </a:cubicBezTo>
                <a:cubicBezTo>
                  <a:pt x="10" y="70"/>
                  <a:pt x="10" y="70"/>
                  <a:pt x="10" y="70"/>
                </a:cubicBezTo>
                <a:cubicBezTo>
                  <a:pt x="3" y="75"/>
                  <a:pt x="3" y="75"/>
                  <a:pt x="3" y="75"/>
                </a:cubicBezTo>
                <a:cubicBezTo>
                  <a:pt x="0" y="77"/>
                  <a:pt x="0" y="78"/>
                  <a:pt x="0" y="80"/>
                </a:cubicBezTo>
                <a:cubicBezTo>
                  <a:pt x="0" y="83"/>
                  <a:pt x="0" y="85"/>
                  <a:pt x="3" y="8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5cabaeb424_0_81"/>
          <p:cNvSpPr/>
          <p:nvPr/>
        </p:nvSpPr>
        <p:spPr>
          <a:xfrm>
            <a:off x="806609" y="678897"/>
            <a:ext cx="4641170" cy="1039920"/>
          </a:xfrm>
          <a:custGeom>
            <a:avLst/>
            <a:gdLst/>
            <a:ahLst/>
            <a:cxnLst/>
            <a:rect l="l" t="t" r="r" b="b"/>
            <a:pathLst>
              <a:path w="1009" h="203" extrusionOk="0">
                <a:moveTo>
                  <a:pt x="907" y="203"/>
                </a:moveTo>
                <a:cubicBezTo>
                  <a:pt x="101" y="203"/>
                  <a:pt x="101" y="203"/>
                  <a:pt x="101" y="203"/>
                </a:cubicBezTo>
                <a:cubicBezTo>
                  <a:pt x="45" y="203"/>
                  <a:pt x="0" y="157"/>
                  <a:pt x="0" y="101"/>
                </a:cubicBezTo>
                <a:cubicBezTo>
                  <a:pt x="0" y="101"/>
                  <a:pt x="0" y="101"/>
                  <a:pt x="0" y="101"/>
                </a:cubicBezTo>
                <a:cubicBezTo>
                  <a:pt x="0" y="45"/>
                  <a:pt x="45" y="0"/>
                  <a:pt x="101" y="0"/>
                </a:cubicBezTo>
                <a:cubicBezTo>
                  <a:pt x="907" y="0"/>
                  <a:pt x="907" y="0"/>
                  <a:pt x="907" y="0"/>
                </a:cubicBezTo>
                <a:cubicBezTo>
                  <a:pt x="963" y="0"/>
                  <a:pt x="1009" y="45"/>
                  <a:pt x="1009" y="101"/>
                </a:cubicBezTo>
                <a:cubicBezTo>
                  <a:pt x="1009" y="101"/>
                  <a:pt x="1009" y="101"/>
                  <a:pt x="1009" y="101"/>
                </a:cubicBezTo>
                <a:cubicBezTo>
                  <a:pt x="1009" y="157"/>
                  <a:pt x="963" y="203"/>
                  <a:pt x="907" y="20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74" name="Google Shape;474;g35cabaeb424_0_81"/>
          <p:cNvSpPr/>
          <p:nvPr/>
        </p:nvSpPr>
        <p:spPr>
          <a:xfrm>
            <a:off x="806609" y="681420"/>
            <a:ext cx="1676716" cy="1037569"/>
          </a:xfrm>
          <a:custGeom>
            <a:avLst/>
            <a:gdLst/>
            <a:ahLst/>
            <a:cxnLst/>
            <a:rect l="l" t="t" r="r" b="b"/>
            <a:pathLst>
              <a:path w="1585547" h="981153" extrusionOk="0">
                <a:moveTo>
                  <a:pt x="483654" y="0"/>
                </a:moveTo>
                <a:cubicBezTo>
                  <a:pt x="845497" y="0"/>
                  <a:pt x="1173417" y="0"/>
                  <a:pt x="1470594" y="0"/>
                </a:cubicBezTo>
                <a:lnTo>
                  <a:pt x="1585547" y="0"/>
                </a:lnTo>
                <a:cubicBezTo>
                  <a:pt x="1240038" y="0"/>
                  <a:pt x="844048" y="864439"/>
                  <a:pt x="511947" y="972493"/>
                </a:cubicBezTo>
                <a:lnTo>
                  <a:pt x="460569" y="981153"/>
                </a:lnTo>
                <a:lnTo>
                  <a:pt x="385879" y="973433"/>
                </a:lnTo>
                <a:cubicBezTo>
                  <a:pt x="164984" y="927064"/>
                  <a:pt x="0" y="726753"/>
                  <a:pt x="0" y="489347"/>
                </a:cubicBezTo>
                <a:cubicBezTo>
                  <a:pt x="0" y="218026"/>
                  <a:pt x="215489" y="0"/>
                  <a:pt x="483654" y="0"/>
                </a:cubicBezTo>
                <a:close/>
              </a:path>
            </a:pathLst>
          </a:custGeom>
          <a:solidFill>
            <a:srgbClr val="229FA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75" name="Google Shape;475;g35cabaeb424_0_81"/>
          <p:cNvSpPr txBox="1"/>
          <p:nvPr/>
        </p:nvSpPr>
        <p:spPr>
          <a:xfrm>
            <a:off x="2312725" y="877200"/>
            <a:ext cx="265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PE" sz="1800" b="1">
                <a:latin typeface="Open Sans"/>
                <a:ea typeface="Open Sans"/>
                <a:cs typeface="Open Sans"/>
                <a:sym typeface="Open Sans"/>
              </a:rPr>
              <a:t>CARGAR DATOS EN TABLA DINÁMICA</a:t>
            </a:r>
            <a:endParaRPr sz="1500" b="1" i="0" u="none" strike="noStrike" cap="non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76" name="Google Shape;476;g35cabaeb424_0_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8933" y="447416"/>
            <a:ext cx="2131290" cy="447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g35cabaeb424_0_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7625" y="1718825"/>
            <a:ext cx="2182525" cy="1989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78" name="Google Shape;478;g35cabaeb424_0_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12900" y="4458060"/>
            <a:ext cx="2877850" cy="15194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79" name="Google Shape;479;g35cabaeb424_0_81"/>
          <p:cNvSpPr/>
          <p:nvPr/>
        </p:nvSpPr>
        <p:spPr>
          <a:xfrm>
            <a:off x="1141448" y="979570"/>
            <a:ext cx="435866" cy="438604"/>
          </a:xfrm>
          <a:custGeom>
            <a:avLst/>
            <a:gdLst/>
            <a:ahLst/>
            <a:cxnLst/>
            <a:rect l="l" t="t" r="r" b="b"/>
            <a:pathLst>
              <a:path w="159" h="160" extrusionOk="0">
                <a:moveTo>
                  <a:pt x="100" y="0"/>
                </a:moveTo>
                <a:lnTo>
                  <a:pt x="88" y="1"/>
                </a:lnTo>
                <a:lnTo>
                  <a:pt x="76" y="2"/>
                </a:lnTo>
                <a:lnTo>
                  <a:pt x="66" y="4"/>
                </a:lnTo>
                <a:lnTo>
                  <a:pt x="57" y="6"/>
                </a:lnTo>
                <a:lnTo>
                  <a:pt x="50" y="9"/>
                </a:lnTo>
                <a:lnTo>
                  <a:pt x="47" y="11"/>
                </a:lnTo>
                <a:lnTo>
                  <a:pt x="45" y="13"/>
                </a:lnTo>
                <a:lnTo>
                  <a:pt x="43" y="14"/>
                </a:lnTo>
                <a:lnTo>
                  <a:pt x="41" y="16"/>
                </a:lnTo>
                <a:lnTo>
                  <a:pt x="40" y="18"/>
                </a:lnTo>
                <a:lnTo>
                  <a:pt x="40" y="20"/>
                </a:lnTo>
                <a:lnTo>
                  <a:pt x="40" y="22"/>
                </a:lnTo>
                <a:lnTo>
                  <a:pt x="41" y="24"/>
                </a:lnTo>
                <a:lnTo>
                  <a:pt x="43" y="26"/>
                </a:lnTo>
                <a:lnTo>
                  <a:pt x="45" y="28"/>
                </a:lnTo>
                <a:lnTo>
                  <a:pt x="47" y="30"/>
                </a:lnTo>
                <a:lnTo>
                  <a:pt x="50" y="31"/>
                </a:lnTo>
                <a:lnTo>
                  <a:pt x="57" y="34"/>
                </a:lnTo>
                <a:lnTo>
                  <a:pt x="66" y="37"/>
                </a:lnTo>
                <a:lnTo>
                  <a:pt x="76" y="39"/>
                </a:lnTo>
                <a:lnTo>
                  <a:pt x="88" y="40"/>
                </a:lnTo>
                <a:lnTo>
                  <a:pt x="100" y="40"/>
                </a:lnTo>
                <a:lnTo>
                  <a:pt x="112" y="40"/>
                </a:lnTo>
                <a:lnTo>
                  <a:pt x="123" y="39"/>
                </a:lnTo>
                <a:lnTo>
                  <a:pt x="133" y="37"/>
                </a:lnTo>
                <a:lnTo>
                  <a:pt x="142" y="34"/>
                </a:lnTo>
                <a:lnTo>
                  <a:pt x="149" y="31"/>
                </a:lnTo>
                <a:lnTo>
                  <a:pt x="152" y="30"/>
                </a:lnTo>
                <a:lnTo>
                  <a:pt x="154" y="28"/>
                </a:lnTo>
                <a:lnTo>
                  <a:pt x="156" y="26"/>
                </a:lnTo>
                <a:lnTo>
                  <a:pt x="158" y="24"/>
                </a:lnTo>
                <a:lnTo>
                  <a:pt x="159" y="22"/>
                </a:lnTo>
                <a:lnTo>
                  <a:pt x="159" y="20"/>
                </a:lnTo>
                <a:lnTo>
                  <a:pt x="159" y="18"/>
                </a:lnTo>
                <a:lnTo>
                  <a:pt x="158" y="16"/>
                </a:lnTo>
                <a:lnTo>
                  <a:pt x="156" y="14"/>
                </a:lnTo>
                <a:lnTo>
                  <a:pt x="154" y="13"/>
                </a:lnTo>
                <a:lnTo>
                  <a:pt x="152" y="11"/>
                </a:lnTo>
                <a:lnTo>
                  <a:pt x="149" y="9"/>
                </a:lnTo>
                <a:lnTo>
                  <a:pt x="142" y="6"/>
                </a:lnTo>
                <a:lnTo>
                  <a:pt x="133" y="4"/>
                </a:lnTo>
                <a:lnTo>
                  <a:pt x="123" y="2"/>
                </a:lnTo>
                <a:lnTo>
                  <a:pt x="112" y="1"/>
                </a:lnTo>
                <a:lnTo>
                  <a:pt x="100" y="0"/>
                </a:lnTo>
                <a:lnTo>
                  <a:pt x="100" y="0"/>
                </a:lnTo>
                <a:lnTo>
                  <a:pt x="100" y="0"/>
                </a:lnTo>
                <a:close/>
                <a:moveTo>
                  <a:pt x="159" y="37"/>
                </a:moveTo>
                <a:lnTo>
                  <a:pt x="154" y="40"/>
                </a:lnTo>
                <a:lnTo>
                  <a:pt x="150" y="42"/>
                </a:lnTo>
                <a:lnTo>
                  <a:pt x="144" y="44"/>
                </a:lnTo>
                <a:lnTo>
                  <a:pt x="138" y="46"/>
                </a:lnTo>
                <a:lnTo>
                  <a:pt x="131" y="47"/>
                </a:lnTo>
                <a:lnTo>
                  <a:pt x="124" y="49"/>
                </a:lnTo>
                <a:lnTo>
                  <a:pt x="117" y="49"/>
                </a:lnTo>
                <a:lnTo>
                  <a:pt x="109" y="50"/>
                </a:lnTo>
                <a:lnTo>
                  <a:pt x="116" y="53"/>
                </a:lnTo>
                <a:lnTo>
                  <a:pt x="121" y="58"/>
                </a:lnTo>
                <a:lnTo>
                  <a:pt x="123" y="60"/>
                </a:lnTo>
                <a:lnTo>
                  <a:pt x="125" y="62"/>
                </a:lnTo>
                <a:lnTo>
                  <a:pt x="127" y="65"/>
                </a:lnTo>
                <a:lnTo>
                  <a:pt x="128" y="68"/>
                </a:lnTo>
                <a:lnTo>
                  <a:pt x="135" y="66"/>
                </a:lnTo>
                <a:lnTo>
                  <a:pt x="141" y="65"/>
                </a:lnTo>
                <a:lnTo>
                  <a:pt x="146" y="63"/>
                </a:lnTo>
                <a:lnTo>
                  <a:pt x="151" y="60"/>
                </a:lnTo>
                <a:lnTo>
                  <a:pt x="154" y="58"/>
                </a:lnTo>
                <a:lnTo>
                  <a:pt x="157" y="56"/>
                </a:lnTo>
                <a:lnTo>
                  <a:pt x="158" y="53"/>
                </a:lnTo>
                <a:lnTo>
                  <a:pt x="159" y="50"/>
                </a:lnTo>
                <a:lnTo>
                  <a:pt x="159" y="37"/>
                </a:lnTo>
                <a:lnTo>
                  <a:pt x="159" y="37"/>
                </a:lnTo>
                <a:lnTo>
                  <a:pt x="159" y="37"/>
                </a:lnTo>
                <a:close/>
                <a:moveTo>
                  <a:pt x="159" y="67"/>
                </a:moveTo>
                <a:lnTo>
                  <a:pt x="153" y="70"/>
                </a:lnTo>
                <a:lnTo>
                  <a:pt x="146" y="73"/>
                </a:lnTo>
                <a:lnTo>
                  <a:pt x="138" y="76"/>
                </a:lnTo>
                <a:lnTo>
                  <a:pt x="129" y="77"/>
                </a:lnTo>
                <a:lnTo>
                  <a:pt x="129" y="98"/>
                </a:lnTo>
                <a:lnTo>
                  <a:pt x="136" y="96"/>
                </a:lnTo>
                <a:lnTo>
                  <a:pt x="142" y="95"/>
                </a:lnTo>
                <a:lnTo>
                  <a:pt x="147" y="93"/>
                </a:lnTo>
                <a:lnTo>
                  <a:pt x="151" y="91"/>
                </a:lnTo>
                <a:lnTo>
                  <a:pt x="154" y="88"/>
                </a:lnTo>
                <a:lnTo>
                  <a:pt x="157" y="85"/>
                </a:lnTo>
                <a:lnTo>
                  <a:pt x="158" y="83"/>
                </a:lnTo>
                <a:lnTo>
                  <a:pt x="159" y="80"/>
                </a:lnTo>
                <a:lnTo>
                  <a:pt x="159" y="67"/>
                </a:lnTo>
                <a:lnTo>
                  <a:pt x="159" y="67"/>
                </a:lnTo>
                <a:lnTo>
                  <a:pt x="159" y="67"/>
                </a:lnTo>
                <a:close/>
                <a:moveTo>
                  <a:pt x="60" y="50"/>
                </a:moveTo>
                <a:lnTo>
                  <a:pt x="48" y="51"/>
                </a:lnTo>
                <a:lnTo>
                  <a:pt x="37" y="52"/>
                </a:lnTo>
                <a:lnTo>
                  <a:pt x="26" y="54"/>
                </a:lnTo>
                <a:lnTo>
                  <a:pt x="18" y="57"/>
                </a:lnTo>
                <a:lnTo>
                  <a:pt x="14" y="59"/>
                </a:lnTo>
                <a:lnTo>
                  <a:pt x="10" y="61"/>
                </a:lnTo>
                <a:lnTo>
                  <a:pt x="7" y="63"/>
                </a:lnTo>
                <a:lnTo>
                  <a:pt x="5" y="65"/>
                </a:lnTo>
                <a:lnTo>
                  <a:pt x="3" y="68"/>
                </a:lnTo>
                <a:lnTo>
                  <a:pt x="1" y="70"/>
                </a:lnTo>
                <a:lnTo>
                  <a:pt x="0" y="72"/>
                </a:lnTo>
                <a:lnTo>
                  <a:pt x="0" y="75"/>
                </a:lnTo>
                <a:lnTo>
                  <a:pt x="0" y="78"/>
                </a:lnTo>
                <a:lnTo>
                  <a:pt x="1" y="80"/>
                </a:lnTo>
                <a:lnTo>
                  <a:pt x="3" y="82"/>
                </a:lnTo>
                <a:lnTo>
                  <a:pt x="5" y="85"/>
                </a:lnTo>
                <a:lnTo>
                  <a:pt x="7" y="87"/>
                </a:lnTo>
                <a:lnTo>
                  <a:pt x="10" y="89"/>
                </a:lnTo>
                <a:lnTo>
                  <a:pt x="14" y="91"/>
                </a:lnTo>
                <a:lnTo>
                  <a:pt x="18" y="93"/>
                </a:lnTo>
                <a:lnTo>
                  <a:pt x="26" y="96"/>
                </a:lnTo>
                <a:lnTo>
                  <a:pt x="37" y="98"/>
                </a:lnTo>
                <a:lnTo>
                  <a:pt x="48" y="100"/>
                </a:lnTo>
                <a:lnTo>
                  <a:pt x="60" y="100"/>
                </a:lnTo>
                <a:lnTo>
                  <a:pt x="72" y="100"/>
                </a:lnTo>
                <a:lnTo>
                  <a:pt x="83" y="98"/>
                </a:lnTo>
                <a:lnTo>
                  <a:pt x="93" y="96"/>
                </a:lnTo>
                <a:lnTo>
                  <a:pt x="102" y="93"/>
                </a:lnTo>
                <a:lnTo>
                  <a:pt x="106" y="91"/>
                </a:lnTo>
                <a:lnTo>
                  <a:pt x="109" y="89"/>
                </a:lnTo>
                <a:lnTo>
                  <a:pt x="112" y="87"/>
                </a:lnTo>
                <a:lnTo>
                  <a:pt x="115" y="85"/>
                </a:lnTo>
                <a:lnTo>
                  <a:pt x="117" y="82"/>
                </a:lnTo>
                <a:lnTo>
                  <a:pt x="118" y="80"/>
                </a:lnTo>
                <a:lnTo>
                  <a:pt x="119" y="78"/>
                </a:lnTo>
                <a:lnTo>
                  <a:pt x="120" y="75"/>
                </a:lnTo>
                <a:lnTo>
                  <a:pt x="119" y="72"/>
                </a:lnTo>
                <a:lnTo>
                  <a:pt x="118" y="70"/>
                </a:lnTo>
                <a:lnTo>
                  <a:pt x="117" y="68"/>
                </a:lnTo>
                <a:lnTo>
                  <a:pt x="115" y="65"/>
                </a:lnTo>
                <a:lnTo>
                  <a:pt x="112" y="63"/>
                </a:lnTo>
                <a:lnTo>
                  <a:pt x="109" y="61"/>
                </a:lnTo>
                <a:lnTo>
                  <a:pt x="106" y="59"/>
                </a:lnTo>
                <a:lnTo>
                  <a:pt x="102" y="57"/>
                </a:lnTo>
                <a:lnTo>
                  <a:pt x="93" y="54"/>
                </a:lnTo>
                <a:lnTo>
                  <a:pt x="83" y="52"/>
                </a:lnTo>
                <a:lnTo>
                  <a:pt x="72" y="51"/>
                </a:lnTo>
                <a:lnTo>
                  <a:pt x="60" y="50"/>
                </a:lnTo>
                <a:lnTo>
                  <a:pt x="60" y="50"/>
                </a:lnTo>
                <a:lnTo>
                  <a:pt x="60" y="50"/>
                </a:lnTo>
                <a:close/>
                <a:moveTo>
                  <a:pt x="0" y="94"/>
                </a:moveTo>
                <a:lnTo>
                  <a:pt x="0" y="110"/>
                </a:lnTo>
                <a:lnTo>
                  <a:pt x="0" y="112"/>
                </a:lnTo>
                <a:lnTo>
                  <a:pt x="1" y="114"/>
                </a:lnTo>
                <a:lnTo>
                  <a:pt x="3" y="116"/>
                </a:lnTo>
                <a:lnTo>
                  <a:pt x="5" y="118"/>
                </a:lnTo>
                <a:lnTo>
                  <a:pt x="7" y="120"/>
                </a:lnTo>
                <a:lnTo>
                  <a:pt x="10" y="122"/>
                </a:lnTo>
                <a:lnTo>
                  <a:pt x="18" y="124"/>
                </a:lnTo>
                <a:lnTo>
                  <a:pt x="26" y="127"/>
                </a:lnTo>
                <a:lnTo>
                  <a:pt x="37" y="129"/>
                </a:lnTo>
                <a:lnTo>
                  <a:pt x="48" y="130"/>
                </a:lnTo>
                <a:lnTo>
                  <a:pt x="60" y="130"/>
                </a:lnTo>
                <a:lnTo>
                  <a:pt x="72" y="130"/>
                </a:lnTo>
                <a:lnTo>
                  <a:pt x="83" y="129"/>
                </a:lnTo>
                <a:lnTo>
                  <a:pt x="93" y="127"/>
                </a:lnTo>
                <a:lnTo>
                  <a:pt x="102" y="124"/>
                </a:lnTo>
                <a:lnTo>
                  <a:pt x="109" y="122"/>
                </a:lnTo>
                <a:lnTo>
                  <a:pt x="112" y="120"/>
                </a:lnTo>
                <a:lnTo>
                  <a:pt x="115" y="118"/>
                </a:lnTo>
                <a:lnTo>
                  <a:pt x="117" y="116"/>
                </a:lnTo>
                <a:lnTo>
                  <a:pt x="118" y="114"/>
                </a:lnTo>
                <a:lnTo>
                  <a:pt x="119" y="112"/>
                </a:lnTo>
                <a:lnTo>
                  <a:pt x="120" y="110"/>
                </a:lnTo>
                <a:lnTo>
                  <a:pt x="120" y="94"/>
                </a:lnTo>
                <a:lnTo>
                  <a:pt x="114" y="98"/>
                </a:lnTo>
                <a:lnTo>
                  <a:pt x="108" y="101"/>
                </a:lnTo>
                <a:lnTo>
                  <a:pt x="101" y="104"/>
                </a:lnTo>
                <a:lnTo>
                  <a:pt x="94" y="106"/>
                </a:lnTo>
                <a:lnTo>
                  <a:pt x="86" y="108"/>
                </a:lnTo>
                <a:lnTo>
                  <a:pt x="77" y="109"/>
                </a:lnTo>
                <a:lnTo>
                  <a:pt x="69" y="110"/>
                </a:lnTo>
                <a:lnTo>
                  <a:pt x="51" y="110"/>
                </a:lnTo>
                <a:lnTo>
                  <a:pt x="42" y="109"/>
                </a:lnTo>
                <a:lnTo>
                  <a:pt x="34" y="108"/>
                </a:lnTo>
                <a:lnTo>
                  <a:pt x="26" y="106"/>
                </a:lnTo>
                <a:lnTo>
                  <a:pt x="18" y="104"/>
                </a:lnTo>
                <a:lnTo>
                  <a:pt x="11" y="101"/>
                </a:lnTo>
                <a:lnTo>
                  <a:pt x="5" y="98"/>
                </a:lnTo>
                <a:lnTo>
                  <a:pt x="0" y="94"/>
                </a:lnTo>
                <a:lnTo>
                  <a:pt x="0" y="94"/>
                </a:lnTo>
                <a:lnTo>
                  <a:pt x="0" y="94"/>
                </a:lnTo>
                <a:close/>
                <a:moveTo>
                  <a:pt x="0" y="127"/>
                </a:moveTo>
                <a:lnTo>
                  <a:pt x="0" y="140"/>
                </a:lnTo>
                <a:lnTo>
                  <a:pt x="0" y="142"/>
                </a:lnTo>
                <a:lnTo>
                  <a:pt x="1" y="144"/>
                </a:lnTo>
                <a:lnTo>
                  <a:pt x="3" y="146"/>
                </a:lnTo>
                <a:lnTo>
                  <a:pt x="5" y="148"/>
                </a:lnTo>
                <a:lnTo>
                  <a:pt x="7" y="150"/>
                </a:lnTo>
                <a:lnTo>
                  <a:pt x="10" y="151"/>
                </a:lnTo>
                <a:lnTo>
                  <a:pt x="18" y="154"/>
                </a:lnTo>
                <a:lnTo>
                  <a:pt x="26" y="157"/>
                </a:lnTo>
                <a:lnTo>
                  <a:pt x="37" y="159"/>
                </a:lnTo>
                <a:lnTo>
                  <a:pt x="48" y="160"/>
                </a:lnTo>
                <a:lnTo>
                  <a:pt x="60" y="160"/>
                </a:lnTo>
                <a:lnTo>
                  <a:pt x="72" y="160"/>
                </a:lnTo>
                <a:lnTo>
                  <a:pt x="83" y="159"/>
                </a:lnTo>
                <a:lnTo>
                  <a:pt x="93" y="157"/>
                </a:lnTo>
                <a:lnTo>
                  <a:pt x="102" y="154"/>
                </a:lnTo>
                <a:lnTo>
                  <a:pt x="109" y="151"/>
                </a:lnTo>
                <a:lnTo>
                  <a:pt x="112" y="150"/>
                </a:lnTo>
                <a:lnTo>
                  <a:pt x="115" y="148"/>
                </a:lnTo>
                <a:lnTo>
                  <a:pt x="117" y="146"/>
                </a:lnTo>
                <a:lnTo>
                  <a:pt x="118" y="144"/>
                </a:lnTo>
                <a:lnTo>
                  <a:pt x="119" y="142"/>
                </a:lnTo>
                <a:lnTo>
                  <a:pt x="120" y="140"/>
                </a:lnTo>
                <a:lnTo>
                  <a:pt x="120" y="127"/>
                </a:lnTo>
                <a:lnTo>
                  <a:pt x="114" y="130"/>
                </a:lnTo>
                <a:lnTo>
                  <a:pt x="108" y="133"/>
                </a:lnTo>
                <a:lnTo>
                  <a:pt x="101" y="135"/>
                </a:lnTo>
                <a:lnTo>
                  <a:pt x="94" y="137"/>
                </a:lnTo>
                <a:lnTo>
                  <a:pt x="86" y="138"/>
                </a:lnTo>
                <a:lnTo>
                  <a:pt x="77" y="139"/>
                </a:lnTo>
                <a:lnTo>
                  <a:pt x="69" y="140"/>
                </a:lnTo>
                <a:lnTo>
                  <a:pt x="51" y="140"/>
                </a:lnTo>
                <a:lnTo>
                  <a:pt x="42" y="139"/>
                </a:lnTo>
                <a:lnTo>
                  <a:pt x="34" y="138"/>
                </a:lnTo>
                <a:lnTo>
                  <a:pt x="26" y="137"/>
                </a:lnTo>
                <a:lnTo>
                  <a:pt x="18" y="135"/>
                </a:lnTo>
                <a:lnTo>
                  <a:pt x="11" y="133"/>
                </a:lnTo>
                <a:lnTo>
                  <a:pt x="5" y="130"/>
                </a:lnTo>
                <a:lnTo>
                  <a:pt x="0" y="127"/>
                </a:lnTo>
                <a:lnTo>
                  <a:pt x="0" y="127"/>
                </a:lnTo>
                <a:lnTo>
                  <a:pt x="0" y="12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0" name="Google Shape;480;g35cabaeb424_0_81"/>
          <p:cNvSpPr/>
          <p:nvPr/>
        </p:nvSpPr>
        <p:spPr>
          <a:xfrm>
            <a:off x="955150" y="1947550"/>
            <a:ext cx="52533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rgbClr val="1E6FC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PE" sz="1300" b="1">
                <a:solidFill>
                  <a:srgbClr val="1E6FC3"/>
                </a:solidFill>
              </a:rPr>
              <a:t>Cuadro de diálogo "Importar datos":</a:t>
            </a:r>
            <a:br>
              <a:rPr lang="es-PE" sz="1300" b="1">
                <a:solidFill>
                  <a:srgbClr val="1E6FC3"/>
                </a:solidFill>
              </a:rPr>
            </a:br>
            <a:endParaRPr sz="1300" b="1">
              <a:solidFill>
                <a:srgbClr val="1E6FC3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dk1"/>
                </a:solidFill>
              </a:rPr>
              <a:t>Se abrirá una ventana como la que se ve en la imagen.</a:t>
            </a:r>
            <a:br>
              <a:rPr lang="es-PE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9144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PE" sz="1200">
                <a:solidFill>
                  <a:schemeClr val="dk1"/>
                </a:solidFill>
              </a:rPr>
              <a:t>Selecciona la opción </a:t>
            </a:r>
            <a:r>
              <a:rPr lang="es-PE" sz="1200" b="1">
                <a:solidFill>
                  <a:schemeClr val="dk1"/>
                </a:solidFill>
              </a:rPr>
              <a:t>"Informe de tabla dinámica"</a:t>
            </a:r>
            <a:r>
              <a:rPr lang="es-PE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marL="9144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PE" sz="1200">
                <a:solidFill>
                  <a:schemeClr val="dk1"/>
                </a:solidFill>
              </a:rPr>
              <a:t>Abajo, selecciona </a:t>
            </a:r>
            <a:r>
              <a:rPr lang="es-PE" sz="1200" b="1">
                <a:solidFill>
                  <a:schemeClr val="dk1"/>
                </a:solidFill>
              </a:rPr>
              <a:t>"Hoja de cálculo nueva"</a:t>
            </a:r>
            <a:r>
              <a:rPr lang="es-PE" sz="1200">
                <a:solidFill>
                  <a:schemeClr val="dk1"/>
                </a:solidFill>
              </a:rPr>
              <a:t> (a menos que prefieras insertarla en una hoja existente).</a:t>
            </a:r>
            <a:endParaRPr sz="1200">
              <a:solidFill>
                <a:schemeClr val="dk1"/>
              </a:solidFill>
            </a:endParaRPr>
          </a:p>
          <a:p>
            <a:pPr marL="9144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PE" sz="1200">
                <a:solidFill>
                  <a:schemeClr val="dk1"/>
                </a:solidFill>
              </a:rPr>
              <a:t>Haz clic en el botón </a:t>
            </a:r>
            <a:r>
              <a:rPr lang="es-PE" sz="1200" b="1">
                <a:solidFill>
                  <a:schemeClr val="dk1"/>
                </a:solidFill>
              </a:rPr>
              <a:t>[Aceptar]</a:t>
            </a:r>
            <a:r>
              <a:rPr lang="es-PE" sz="12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g35cabaeb424_0_81"/>
          <p:cNvSpPr txBox="1"/>
          <p:nvPr/>
        </p:nvSpPr>
        <p:spPr>
          <a:xfrm>
            <a:off x="3088750" y="4528800"/>
            <a:ext cx="4902000" cy="17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PE" sz="1600" b="1">
                <a:solidFill>
                  <a:srgbClr val="1E6FC3"/>
                </a:solidFill>
                <a:latin typeface="Calibri"/>
                <a:ea typeface="Calibri"/>
                <a:cs typeface="Calibri"/>
                <a:sym typeface="Calibri"/>
              </a:rPr>
              <a:t>Verifica que se haya cargado correctamente la conexión:</a:t>
            </a:r>
            <a:br>
              <a:rPr lang="es-PE" sz="1100" b="1">
                <a:solidFill>
                  <a:schemeClr val="dk1"/>
                </a:solidFill>
              </a:rPr>
            </a:br>
            <a:r>
              <a:rPr lang="es-PE" sz="1200">
                <a:solidFill>
                  <a:schemeClr val="dk1"/>
                </a:solidFill>
              </a:rPr>
              <a:t>En el panel derecho de Excel se mostrará una sección llamada </a:t>
            </a:r>
            <a:r>
              <a:rPr lang="es-PE" sz="1200" b="1">
                <a:solidFill>
                  <a:schemeClr val="dk1"/>
                </a:solidFill>
              </a:rPr>
              <a:t>Consultas y conexiones</a:t>
            </a:r>
            <a:r>
              <a:rPr lang="es-PE" sz="1200">
                <a:solidFill>
                  <a:schemeClr val="dk1"/>
                </a:solidFill>
              </a:rPr>
              <a:t>, donde podrás ver los datos que se han cargado (como muestra la imagen)</a:t>
            </a:r>
            <a:br>
              <a:rPr lang="es-PE" sz="1200">
                <a:solidFill>
                  <a:schemeClr val="dk1"/>
                </a:solidFill>
              </a:rPr>
            </a:br>
            <a:endParaRPr sz="1500"/>
          </a:p>
        </p:txBody>
      </p:sp>
      <p:cxnSp>
        <p:nvCxnSpPr>
          <p:cNvPr id="482" name="Google Shape;482;g35cabaeb424_0_81"/>
          <p:cNvCxnSpPr/>
          <p:nvPr/>
        </p:nvCxnSpPr>
        <p:spPr>
          <a:xfrm rot="10800000">
            <a:off x="3275675" y="4136425"/>
            <a:ext cx="38415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g35cabaeb424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375" y="3763573"/>
            <a:ext cx="1872921" cy="25795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88" name="Google Shape;488;g35cabaeb424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0106" y="3727150"/>
            <a:ext cx="1302569" cy="26523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89" name="Google Shape;489;g35cabaeb424_0_66"/>
          <p:cNvSpPr/>
          <p:nvPr/>
        </p:nvSpPr>
        <p:spPr>
          <a:xfrm>
            <a:off x="806609" y="678897"/>
            <a:ext cx="4641170" cy="1039920"/>
          </a:xfrm>
          <a:custGeom>
            <a:avLst/>
            <a:gdLst/>
            <a:ahLst/>
            <a:cxnLst/>
            <a:rect l="l" t="t" r="r" b="b"/>
            <a:pathLst>
              <a:path w="1009" h="203" extrusionOk="0">
                <a:moveTo>
                  <a:pt x="907" y="203"/>
                </a:moveTo>
                <a:cubicBezTo>
                  <a:pt x="101" y="203"/>
                  <a:pt x="101" y="203"/>
                  <a:pt x="101" y="203"/>
                </a:cubicBezTo>
                <a:cubicBezTo>
                  <a:pt x="45" y="203"/>
                  <a:pt x="0" y="157"/>
                  <a:pt x="0" y="101"/>
                </a:cubicBezTo>
                <a:cubicBezTo>
                  <a:pt x="0" y="101"/>
                  <a:pt x="0" y="101"/>
                  <a:pt x="0" y="101"/>
                </a:cubicBezTo>
                <a:cubicBezTo>
                  <a:pt x="0" y="45"/>
                  <a:pt x="45" y="0"/>
                  <a:pt x="101" y="0"/>
                </a:cubicBezTo>
                <a:cubicBezTo>
                  <a:pt x="907" y="0"/>
                  <a:pt x="907" y="0"/>
                  <a:pt x="907" y="0"/>
                </a:cubicBezTo>
                <a:cubicBezTo>
                  <a:pt x="963" y="0"/>
                  <a:pt x="1009" y="45"/>
                  <a:pt x="1009" y="101"/>
                </a:cubicBezTo>
                <a:cubicBezTo>
                  <a:pt x="1009" y="101"/>
                  <a:pt x="1009" y="101"/>
                  <a:pt x="1009" y="101"/>
                </a:cubicBezTo>
                <a:cubicBezTo>
                  <a:pt x="1009" y="157"/>
                  <a:pt x="963" y="203"/>
                  <a:pt x="907" y="20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0" name="Google Shape;490;g35cabaeb424_0_66"/>
          <p:cNvSpPr/>
          <p:nvPr/>
        </p:nvSpPr>
        <p:spPr>
          <a:xfrm>
            <a:off x="806609" y="681420"/>
            <a:ext cx="1676716" cy="1037569"/>
          </a:xfrm>
          <a:custGeom>
            <a:avLst/>
            <a:gdLst/>
            <a:ahLst/>
            <a:cxnLst/>
            <a:rect l="l" t="t" r="r" b="b"/>
            <a:pathLst>
              <a:path w="1585547" h="981153" extrusionOk="0">
                <a:moveTo>
                  <a:pt x="483654" y="0"/>
                </a:moveTo>
                <a:cubicBezTo>
                  <a:pt x="845497" y="0"/>
                  <a:pt x="1173417" y="0"/>
                  <a:pt x="1470594" y="0"/>
                </a:cubicBezTo>
                <a:lnTo>
                  <a:pt x="1585547" y="0"/>
                </a:lnTo>
                <a:cubicBezTo>
                  <a:pt x="1240038" y="0"/>
                  <a:pt x="844048" y="864439"/>
                  <a:pt x="511947" y="972493"/>
                </a:cubicBezTo>
                <a:lnTo>
                  <a:pt x="460569" y="981153"/>
                </a:lnTo>
                <a:lnTo>
                  <a:pt x="385879" y="973433"/>
                </a:lnTo>
                <a:cubicBezTo>
                  <a:pt x="164984" y="927064"/>
                  <a:pt x="0" y="726753"/>
                  <a:pt x="0" y="489347"/>
                </a:cubicBezTo>
                <a:cubicBezTo>
                  <a:pt x="0" y="218026"/>
                  <a:pt x="215489" y="0"/>
                  <a:pt x="483654" y="0"/>
                </a:cubicBezTo>
                <a:close/>
              </a:path>
            </a:pathLst>
          </a:custGeom>
          <a:solidFill>
            <a:srgbClr val="229FA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1" name="Google Shape;491;g35cabaeb424_0_66"/>
          <p:cNvSpPr txBox="1"/>
          <p:nvPr/>
        </p:nvSpPr>
        <p:spPr>
          <a:xfrm>
            <a:off x="2312725" y="877200"/>
            <a:ext cx="265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PE" sz="1800" b="1">
                <a:latin typeface="Open Sans"/>
                <a:ea typeface="Open Sans"/>
                <a:cs typeface="Open Sans"/>
                <a:sym typeface="Open Sans"/>
              </a:rPr>
              <a:t>CARGAR DATOS EN TABLA DINÁMICA</a:t>
            </a:r>
            <a:endParaRPr sz="1500" b="1" i="0" u="none" strike="noStrike" cap="non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2" name="Google Shape;492;g35cabaeb424_0_66"/>
          <p:cNvSpPr/>
          <p:nvPr/>
        </p:nvSpPr>
        <p:spPr>
          <a:xfrm>
            <a:off x="1141448" y="979570"/>
            <a:ext cx="435866" cy="438604"/>
          </a:xfrm>
          <a:custGeom>
            <a:avLst/>
            <a:gdLst/>
            <a:ahLst/>
            <a:cxnLst/>
            <a:rect l="l" t="t" r="r" b="b"/>
            <a:pathLst>
              <a:path w="159" h="160" extrusionOk="0">
                <a:moveTo>
                  <a:pt x="100" y="0"/>
                </a:moveTo>
                <a:lnTo>
                  <a:pt x="88" y="1"/>
                </a:lnTo>
                <a:lnTo>
                  <a:pt x="76" y="2"/>
                </a:lnTo>
                <a:lnTo>
                  <a:pt x="66" y="4"/>
                </a:lnTo>
                <a:lnTo>
                  <a:pt x="57" y="6"/>
                </a:lnTo>
                <a:lnTo>
                  <a:pt x="50" y="9"/>
                </a:lnTo>
                <a:lnTo>
                  <a:pt x="47" y="11"/>
                </a:lnTo>
                <a:lnTo>
                  <a:pt x="45" y="13"/>
                </a:lnTo>
                <a:lnTo>
                  <a:pt x="43" y="14"/>
                </a:lnTo>
                <a:lnTo>
                  <a:pt x="41" y="16"/>
                </a:lnTo>
                <a:lnTo>
                  <a:pt x="40" y="18"/>
                </a:lnTo>
                <a:lnTo>
                  <a:pt x="40" y="20"/>
                </a:lnTo>
                <a:lnTo>
                  <a:pt x="40" y="22"/>
                </a:lnTo>
                <a:lnTo>
                  <a:pt x="41" y="24"/>
                </a:lnTo>
                <a:lnTo>
                  <a:pt x="43" y="26"/>
                </a:lnTo>
                <a:lnTo>
                  <a:pt x="45" y="28"/>
                </a:lnTo>
                <a:lnTo>
                  <a:pt x="47" y="30"/>
                </a:lnTo>
                <a:lnTo>
                  <a:pt x="50" y="31"/>
                </a:lnTo>
                <a:lnTo>
                  <a:pt x="57" y="34"/>
                </a:lnTo>
                <a:lnTo>
                  <a:pt x="66" y="37"/>
                </a:lnTo>
                <a:lnTo>
                  <a:pt x="76" y="39"/>
                </a:lnTo>
                <a:lnTo>
                  <a:pt x="88" y="40"/>
                </a:lnTo>
                <a:lnTo>
                  <a:pt x="100" y="40"/>
                </a:lnTo>
                <a:lnTo>
                  <a:pt x="112" y="40"/>
                </a:lnTo>
                <a:lnTo>
                  <a:pt x="123" y="39"/>
                </a:lnTo>
                <a:lnTo>
                  <a:pt x="133" y="37"/>
                </a:lnTo>
                <a:lnTo>
                  <a:pt x="142" y="34"/>
                </a:lnTo>
                <a:lnTo>
                  <a:pt x="149" y="31"/>
                </a:lnTo>
                <a:lnTo>
                  <a:pt x="152" y="30"/>
                </a:lnTo>
                <a:lnTo>
                  <a:pt x="154" y="28"/>
                </a:lnTo>
                <a:lnTo>
                  <a:pt x="156" y="26"/>
                </a:lnTo>
                <a:lnTo>
                  <a:pt x="158" y="24"/>
                </a:lnTo>
                <a:lnTo>
                  <a:pt x="159" y="22"/>
                </a:lnTo>
                <a:lnTo>
                  <a:pt x="159" y="20"/>
                </a:lnTo>
                <a:lnTo>
                  <a:pt x="159" y="18"/>
                </a:lnTo>
                <a:lnTo>
                  <a:pt x="158" y="16"/>
                </a:lnTo>
                <a:lnTo>
                  <a:pt x="156" y="14"/>
                </a:lnTo>
                <a:lnTo>
                  <a:pt x="154" y="13"/>
                </a:lnTo>
                <a:lnTo>
                  <a:pt x="152" y="11"/>
                </a:lnTo>
                <a:lnTo>
                  <a:pt x="149" y="9"/>
                </a:lnTo>
                <a:lnTo>
                  <a:pt x="142" y="6"/>
                </a:lnTo>
                <a:lnTo>
                  <a:pt x="133" y="4"/>
                </a:lnTo>
                <a:lnTo>
                  <a:pt x="123" y="2"/>
                </a:lnTo>
                <a:lnTo>
                  <a:pt x="112" y="1"/>
                </a:lnTo>
                <a:lnTo>
                  <a:pt x="100" y="0"/>
                </a:lnTo>
                <a:lnTo>
                  <a:pt x="100" y="0"/>
                </a:lnTo>
                <a:lnTo>
                  <a:pt x="100" y="0"/>
                </a:lnTo>
                <a:close/>
                <a:moveTo>
                  <a:pt x="159" y="37"/>
                </a:moveTo>
                <a:lnTo>
                  <a:pt x="154" y="40"/>
                </a:lnTo>
                <a:lnTo>
                  <a:pt x="150" y="42"/>
                </a:lnTo>
                <a:lnTo>
                  <a:pt x="144" y="44"/>
                </a:lnTo>
                <a:lnTo>
                  <a:pt x="138" y="46"/>
                </a:lnTo>
                <a:lnTo>
                  <a:pt x="131" y="47"/>
                </a:lnTo>
                <a:lnTo>
                  <a:pt x="124" y="49"/>
                </a:lnTo>
                <a:lnTo>
                  <a:pt x="117" y="49"/>
                </a:lnTo>
                <a:lnTo>
                  <a:pt x="109" y="50"/>
                </a:lnTo>
                <a:lnTo>
                  <a:pt x="116" y="53"/>
                </a:lnTo>
                <a:lnTo>
                  <a:pt x="121" y="58"/>
                </a:lnTo>
                <a:lnTo>
                  <a:pt x="123" y="60"/>
                </a:lnTo>
                <a:lnTo>
                  <a:pt x="125" y="62"/>
                </a:lnTo>
                <a:lnTo>
                  <a:pt x="127" y="65"/>
                </a:lnTo>
                <a:lnTo>
                  <a:pt x="128" y="68"/>
                </a:lnTo>
                <a:lnTo>
                  <a:pt x="135" y="66"/>
                </a:lnTo>
                <a:lnTo>
                  <a:pt x="141" y="65"/>
                </a:lnTo>
                <a:lnTo>
                  <a:pt x="146" y="63"/>
                </a:lnTo>
                <a:lnTo>
                  <a:pt x="151" y="60"/>
                </a:lnTo>
                <a:lnTo>
                  <a:pt x="154" y="58"/>
                </a:lnTo>
                <a:lnTo>
                  <a:pt x="157" y="56"/>
                </a:lnTo>
                <a:lnTo>
                  <a:pt x="158" y="53"/>
                </a:lnTo>
                <a:lnTo>
                  <a:pt x="159" y="50"/>
                </a:lnTo>
                <a:lnTo>
                  <a:pt x="159" y="37"/>
                </a:lnTo>
                <a:lnTo>
                  <a:pt x="159" y="37"/>
                </a:lnTo>
                <a:lnTo>
                  <a:pt x="159" y="37"/>
                </a:lnTo>
                <a:close/>
                <a:moveTo>
                  <a:pt x="159" y="67"/>
                </a:moveTo>
                <a:lnTo>
                  <a:pt x="153" y="70"/>
                </a:lnTo>
                <a:lnTo>
                  <a:pt x="146" y="73"/>
                </a:lnTo>
                <a:lnTo>
                  <a:pt x="138" y="76"/>
                </a:lnTo>
                <a:lnTo>
                  <a:pt x="129" y="77"/>
                </a:lnTo>
                <a:lnTo>
                  <a:pt x="129" y="98"/>
                </a:lnTo>
                <a:lnTo>
                  <a:pt x="136" y="96"/>
                </a:lnTo>
                <a:lnTo>
                  <a:pt x="142" y="95"/>
                </a:lnTo>
                <a:lnTo>
                  <a:pt x="147" y="93"/>
                </a:lnTo>
                <a:lnTo>
                  <a:pt x="151" y="91"/>
                </a:lnTo>
                <a:lnTo>
                  <a:pt x="154" y="88"/>
                </a:lnTo>
                <a:lnTo>
                  <a:pt x="157" y="85"/>
                </a:lnTo>
                <a:lnTo>
                  <a:pt x="158" y="83"/>
                </a:lnTo>
                <a:lnTo>
                  <a:pt x="159" y="80"/>
                </a:lnTo>
                <a:lnTo>
                  <a:pt x="159" y="67"/>
                </a:lnTo>
                <a:lnTo>
                  <a:pt x="159" y="67"/>
                </a:lnTo>
                <a:lnTo>
                  <a:pt x="159" y="67"/>
                </a:lnTo>
                <a:close/>
                <a:moveTo>
                  <a:pt x="60" y="50"/>
                </a:moveTo>
                <a:lnTo>
                  <a:pt x="48" y="51"/>
                </a:lnTo>
                <a:lnTo>
                  <a:pt x="37" y="52"/>
                </a:lnTo>
                <a:lnTo>
                  <a:pt x="26" y="54"/>
                </a:lnTo>
                <a:lnTo>
                  <a:pt x="18" y="57"/>
                </a:lnTo>
                <a:lnTo>
                  <a:pt x="14" y="59"/>
                </a:lnTo>
                <a:lnTo>
                  <a:pt x="10" y="61"/>
                </a:lnTo>
                <a:lnTo>
                  <a:pt x="7" y="63"/>
                </a:lnTo>
                <a:lnTo>
                  <a:pt x="5" y="65"/>
                </a:lnTo>
                <a:lnTo>
                  <a:pt x="3" y="68"/>
                </a:lnTo>
                <a:lnTo>
                  <a:pt x="1" y="70"/>
                </a:lnTo>
                <a:lnTo>
                  <a:pt x="0" y="72"/>
                </a:lnTo>
                <a:lnTo>
                  <a:pt x="0" y="75"/>
                </a:lnTo>
                <a:lnTo>
                  <a:pt x="0" y="78"/>
                </a:lnTo>
                <a:lnTo>
                  <a:pt x="1" y="80"/>
                </a:lnTo>
                <a:lnTo>
                  <a:pt x="3" y="82"/>
                </a:lnTo>
                <a:lnTo>
                  <a:pt x="5" y="85"/>
                </a:lnTo>
                <a:lnTo>
                  <a:pt x="7" y="87"/>
                </a:lnTo>
                <a:lnTo>
                  <a:pt x="10" y="89"/>
                </a:lnTo>
                <a:lnTo>
                  <a:pt x="14" y="91"/>
                </a:lnTo>
                <a:lnTo>
                  <a:pt x="18" y="93"/>
                </a:lnTo>
                <a:lnTo>
                  <a:pt x="26" y="96"/>
                </a:lnTo>
                <a:lnTo>
                  <a:pt x="37" y="98"/>
                </a:lnTo>
                <a:lnTo>
                  <a:pt x="48" y="100"/>
                </a:lnTo>
                <a:lnTo>
                  <a:pt x="60" y="100"/>
                </a:lnTo>
                <a:lnTo>
                  <a:pt x="72" y="100"/>
                </a:lnTo>
                <a:lnTo>
                  <a:pt x="83" y="98"/>
                </a:lnTo>
                <a:lnTo>
                  <a:pt x="93" y="96"/>
                </a:lnTo>
                <a:lnTo>
                  <a:pt x="102" y="93"/>
                </a:lnTo>
                <a:lnTo>
                  <a:pt x="106" y="91"/>
                </a:lnTo>
                <a:lnTo>
                  <a:pt x="109" y="89"/>
                </a:lnTo>
                <a:lnTo>
                  <a:pt x="112" y="87"/>
                </a:lnTo>
                <a:lnTo>
                  <a:pt x="115" y="85"/>
                </a:lnTo>
                <a:lnTo>
                  <a:pt x="117" y="82"/>
                </a:lnTo>
                <a:lnTo>
                  <a:pt x="118" y="80"/>
                </a:lnTo>
                <a:lnTo>
                  <a:pt x="119" y="78"/>
                </a:lnTo>
                <a:lnTo>
                  <a:pt x="120" y="75"/>
                </a:lnTo>
                <a:lnTo>
                  <a:pt x="119" y="72"/>
                </a:lnTo>
                <a:lnTo>
                  <a:pt x="118" y="70"/>
                </a:lnTo>
                <a:lnTo>
                  <a:pt x="117" y="68"/>
                </a:lnTo>
                <a:lnTo>
                  <a:pt x="115" y="65"/>
                </a:lnTo>
                <a:lnTo>
                  <a:pt x="112" y="63"/>
                </a:lnTo>
                <a:lnTo>
                  <a:pt x="109" y="61"/>
                </a:lnTo>
                <a:lnTo>
                  <a:pt x="106" y="59"/>
                </a:lnTo>
                <a:lnTo>
                  <a:pt x="102" y="57"/>
                </a:lnTo>
                <a:lnTo>
                  <a:pt x="93" y="54"/>
                </a:lnTo>
                <a:lnTo>
                  <a:pt x="83" y="52"/>
                </a:lnTo>
                <a:lnTo>
                  <a:pt x="72" y="51"/>
                </a:lnTo>
                <a:lnTo>
                  <a:pt x="60" y="50"/>
                </a:lnTo>
                <a:lnTo>
                  <a:pt x="60" y="50"/>
                </a:lnTo>
                <a:lnTo>
                  <a:pt x="60" y="50"/>
                </a:lnTo>
                <a:close/>
                <a:moveTo>
                  <a:pt x="0" y="94"/>
                </a:moveTo>
                <a:lnTo>
                  <a:pt x="0" y="110"/>
                </a:lnTo>
                <a:lnTo>
                  <a:pt x="0" y="112"/>
                </a:lnTo>
                <a:lnTo>
                  <a:pt x="1" y="114"/>
                </a:lnTo>
                <a:lnTo>
                  <a:pt x="3" y="116"/>
                </a:lnTo>
                <a:lnTo>
                  <a:pt x="5" y="118"/>
                </a:lnTo>
                <a:lnTo>
                  <a:pt x="7" y="120"/>
                </a:lnTo>
                <a:lnTo>
                  <a:pt x="10" y="122"/>
                </a:lnTo>
                <a:lnTo>
                  <a:pt x="18" y="124"/>
                </a:lnTo>
                <a:lnTo>
                  <a:pt x="26" y="127"/>
                </a:lnTo>
                <a:lnTo>
                  <a:pt x="37" y="129"/>
                </a:lnTo>
                <a:lnTo>
                  <a:pt x="48" y="130"/>
                </a:lnTo>
                <a:lnTo>
                  <a:pt x="60" y="130"/>
                </a:lnTo>
                <a:lnTo>
                  <a:pt x="72" y="130"/>
                </a:lnTo>
                <a:lnTo>
                  <a:pt x="83" y="129"/>
                </a:lnTo>
                <a:lnTo>
                  <a:pt x="93" y="127"/>
                </a:lnTo>
                <a:lnTo>
                  <a:pt x="102" y="124"/>
                </a:lnTo>
                <a:lnTo>
                  <a:pt x="109" y="122"/>
                </a:lnTo>
                <a:lnTo>
                  <a:pt x="112" y="120"/>
                </a:lnTo>
                <a:lnTo>
                  <a:pt x="115" y="118"/>
                </a:lnTo>
                <a:lnTo>
                  <a:pt x="117" y="116"/>
                </a:lnTo>
                <a:lnTo>
                  <a:pt x="118" y="114"/>
                </a:lnTo>
                <a:lnTo>
                  <a:pt x="119" y="112"/>
                </a:lnTo>
                <a:lnTo>
                  <a:pt x="120" y="110"/>
                </a:lnTo>
                <a:lnTo>
                  <a:pt x="120" y="94"/>
                </a:lnTo>
                <a:lnTo>
                  <a:pt x="114" y="98"/>
                </a:lnTo>
                <a:lnTo>
                  <a:pt x="108" y="101"/>
                </a:lnTo>
                <a:lnTo>
                  <a:pt x="101" y="104"/>
                </a:lnTo>
                <a:lnTo>
                  <a:pt x="94" y="106"/>
                </a:lnTo>
                <a:lnTo>
                  <a:pt x="86" y="108"/>
                </a:lnTo>
                <a:lnTo>
                  <a:pt x="77" y="109"/>
                </a:lnTo>
                <a:lnTo>
                  <a:pt x="69" y="110"/>
                </a:lnTo>
                <a:lnTo>
                  <a:pt x="51" y="110"/>
                </a:lnTo>
                <a:lnTo>
                  <a:pt x="42" y="109"/>
                </a:lnTo>
                <a:lnTo>
                  <a:pt x="34" y="108"/>
                </a:lnTo>
                <a:lnTo>
                  <a:pt x="26" y="106"/>
                </a:lnTo>
                <a:lnTo>
                  <a:pt x="18" y="104"/>
                </a:lnTo>
                <a:lnTo>
                  <a:pt x="11" y="101"/>
                </a:lnTo>
                <a:lnTo>
                  <a:pt x="5" y="98"/>
                </a:lnTo>
                <a:lnTo>
                  <a:pt x="0" y="94"/>
                </a:lnTo>
                <a:lnTo>
                  <a:pt x="0" y="94"/>
                </a:lnTo>
                <a:lnTo>
                  <a:pt x="0" y="94"/>
                </a:lnTo>
                <a:close/>
                <a:moveTo>
                  <a:pt x="0" y="127"/>
                </a:moveTo>
                <a:lnTo>
                  <a:pt x="0" y="140"/>
                </a:lnTo>
                <a:lnTo>
                  <a:pt x="0" y="142"/>
                </a:lnTo>
                <a:lnTo>
                  <a:pt x="1" y="144"/>
                </a:lnTo>
                <a:lnTo>
                  <a:pt x="3" y="146"/>
                </a:lnTo>
                <a:lnTo>
                  <a:pt x="5" y="148"/>
                </a:lnTo>
                <a:lnTo>
                  <a:pt x="7" y="150"/>
                </a:lnTo>
                <a:lnTo>
                  <a:pt x="10" y="151"/>
                </a:lnTo>
                <a:lnTo>
                  <a:pt x="18" y="154"/>
                </a:lnTo>
                <a:lnTo>
                  <a:pt x="26" y="157"/>
                </a:lnTo>
                <a:lnTo>
                  <a:pt x="37" y="159"/>
                </a:lnTo>
                <a:lnTo>
                  <a:pt x="48" y="160"/>
                </a:lnTo>
                <a:lnTo>
                  <a:pt x="60" y="160"/>
                </a:lnTo>
                <a:lnTo>
                  <a:pt x="72" y="160"/>
                </a:lnTo>
                <a:lnTo>
                  <a:pt x="83" y="159"/>
                </a:lnTo>
                <a:lnTo>
                  <a:pt x="93" y="157"/>
                </a:lnTo>
                <a:lnTo>
                  <a:pt x="102" y="154"/>
                </a:lnTo>
                <a:lnTo>
                  <a:pt x="109" y="151"/>
                </a:lnTo>
                <a:lnTo>
                  <a:pt x="112" y="150"/>
                </a:lnTo>
                <a:lnTo>
                  <a:pt x="115" y="148"/>
                </a:lnTo>
                <a:lnTo>
                  <a:pt x="117" y="146"/>
                </a:lnTo>
                <a:lnTo>
                  <a:pt x="118" y="144"/>
                </a:lnTo>
                <a:lnTo>
                  <a:pt x="119" y="142"/>
                </a:lnTo>
                <a:lnTo>
                  <a:pt x="120" y="140"/>
                </a:lnTo>
                <a:lnTo>
                  <a:pt x="120" y="127"/>
                </a:lnTo>
                <a:lnTo>
                  <a:pt x="114" y="130"/>
                </a:lnTo>
                <a:lnTo>
                  <a:pt x="108" y="133"/>
                </a:lnTo>
                <a:lnTo>
                  <a:pt x="101" y="135"/>
                </a:lnTo>
                <a:lnTo>
                  <a:pt x="94" y="137"/>
                </a:lnTo>
                <a:lnTo>
                  <a:pt x="86" y="138"/>
                </a:lnTo>
                <a:lnTo>
                  <a:pt x="77" y="139"/>
                </a:lnTo>
                <a:lnTo>
                  <a:pt x="69" y="140"/>
                </a:lnTo>
                <a:lnTo>
                  <a:pt x="51" y="140"/>
                </a:lnTo>
                <a:lnTo>
                  <a:pt x="42" y="139"/>
                </a:lnTo>
                <a:lnTo>
                  <a:pt x="34" y="138"/>
                </a:lnTo>
                <a:lnTo>
                  <a:pt x="26" y="137"/>
                </a:lnTo>
                <a:lnTo>
                  <a:pt x="18" y="135"/>
                </a:lnTo>
                <a:lnTo>
                  <a:pt x="11" y="133"/>
                </a:lnTo>
                <a:lnTo>
                  <a:pt x="5" y="130"/>
                </a:lnTo>
                <a:lnTo>
                  <a:pt x="0" y="127"/>
                </a:lnTo>
                <a:lnTo>
                  <a:pt x="0" y="127"/>
                </a:lnTo>
                <a:lnTo>
                  <a:pt x="0" y="12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" name="Google Shape;493;g35cabaeb424_0_66"/>
          <p:cNvSpPr/>
          <p:nvPr/>
        </p:nvSpPr>
        <p:spPr>
          <a:xfrm>
            <a:off x="869375" y="2047225"/>
            <a:ext cx="5253300" cy="3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PE" sz="1300" b="1">
                <a:solidFill>
                  <a:srgbClr val="1E6FC3"/>
                </a:solidFill>
              </a:rPr>
              <a:t>Configuración de la tabla dinámica:</a:t>
            </a:r>
            <a:br>
              <a:rPr lang="es-PE" sz="1300" b="1">
                <a:solidFill>
                  <a:srgbClr val="1E6FC3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dk1"/>
                </a:solidFill>
              </a:rPr>
              <a:t>Aparecerá una tabla dinámica vacía y el panel de </a:t>
            </a:r>
            <a:r>
              <a:rPr lang="es-PE" sz="1200" b="1">
                <a:solidFill>
                  <a:schemeClr val="dk1"/>
                </a:solidFill>
              </a:rPr>
              <a:t>"Campos de tabla dinámica"</a:t>
            </a:r>
            <a:r>
              <a:rPr lang="es-PE" sz="1200">
                <a:solidFill>
                  <a:schemeClr val="dk1"/>
                </a:solidFill>
              </a:rPr>
              <a:t> a la derecha.</a:t>
            </a:r>
            <a:br>
              <a:rPr lang="es-PE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dk1"/>
                </a:solidFill>
              </a:rPr>
              <a:t>Desde este panel puedes arrastrar los campos a las diferentes áreas:</a:t>
            </a:r>
            <a:br>
              <a:rPr lang="es-PE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PE" sz="1200" b="1">
                <a:solidFill>
                  <a:schemeClr val="dk1"/>
                </a:solidFill>
              </a:rPr>
              <a:t>Filtros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PE" sz="1200" b="1">
                <a:solidFill>
                  <a:schemeClr val="dk1"/>
                </a:solidFill>
              </a:rPr>
              <a:t>Columnas</a:t>
            </a:r>
            <a:br>
              <a:rPr lang="es-PE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PE" sz="1200" b="1">
                <a:solidFill>
                  <a:schemeClr val="dk1"/>
                </a:solidFill>
              </a:rPr>
              <a:t>Filas</a:t>
            </a:r>
            <a:br>
              <a:rPr lang="es-PE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PE" sz="1200" b="1">
                <a:solidFill>
                  <a:schemeClr val="dk1"/>
                </a:solidFill>
              </a:rPr>
              <a:t>Valores</a:t>
            </a:r>
            <a:br>
              <a:rPr lang="es-PE" sz="1200" b="1">
                <a:solidFill>
                  <a:schemeClr val="dk1"/>
                </a:solidFill>
              </a:rPr>
            </a:br>
            <a:endParaRPr sz="1700">
              <a:solidFill>
                <a:srgbClr val="1E6FC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4" name="Google Shape;494;g35cabaeb424_0_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2104" y="2655428"/>
            <a:ext cx="3099000" cy="298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g35cabaeb424_0_66"/>
          <p:cNvSpPr/>
          <p:nvPr/>
        </p:nvSpPr>
        <p:spPr>
          <a:xfrm>
            <a:off x="6876484" y="678822"/>
            <a:ext cx="4641170" cy="1039920"/>
          </a:xfrm>
          <a:custGeom>
            <a:avLst/>
            <a:gdLst/>
            <a:ahLst/>
            <a:cxnLst/>
            <a:rect l="l" t="t" r="r" b="b"/>
            <a:pathLst>
              <a:path w="1009" h="203" extrusionOk="0">
                <a:moveTo>
                  <a:pt x="907" y="203"/>
                </a:moveTo>
                <a:cubicBezTo>
                  <a:pt x="101" y="203"/>
                  <a:pt x="101" y="203"/>
                  <a:pt x="101" y="203"/>
                </a:cubicBezTo>
                <a:cubicBezTo>
                  <a:pt x="45" y="203"/>
                  <a:pt x="0" y="157"/>
                  <a:pt x="0" y="101"/>
                </a:cubicBezTo>
                <a:cubicBezTo>
                  <a:pt x="0" y="101"/>
                  <a:pt x="0" y="101"/>
                  <a:pt x="0" y="101"/>
                </a:cubicBezTo>
                <a:cubicBezTo>
                  <a:pt x="0" y="45"/>
                  <a:pt x="45" y="0"/>
                  <a:pt x="101" y="0"/>
                </a:cubicBezTo>
                <a:cubicBezTo>
                  <a:pt x="907" y="0"/>
                  <a:pt x="907" y="0"/>
                  <a:pt x="907" y="0"/>
                </a:cubicBezTo>
                <a:cubicBezTo>
                  <a:pt x="963" y="0"/>
                  <a:pt x="1009" y="45"/>
                  <a:pt x="1009" y="101"/>
                </a:cubicBezTo>
                <a:cubicBezTo>
                  <a:pt x="1009" y="101"/>
                  <a:pt x="1009" y="101"/>
                  <a:pt x="1009" y="101"/>
                </a:cubicBezTo>
                <a:cubicBezTo>
                  <a:pt x="1009" y="157"/>
                  <a:pt x="963" y="203"/>
                  <a:pt x="907" y="20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6" name="Google Shape;496;g35cabaeb424_0_66"/>
          <p:cNvSpPr/>
          <p:nvPr/>
        </p:nvSpPr>
        <p:spPr>
          <a:xfrm>
            <a:off x="6876484" y="681345"/>
            <a:ext cx="1676716" cy="1037569"/>
          </a:xfrm>
          <a:custGeom>
            <a:avLst/>
            <a:gdLst/>
            <a:ahLst/>
            <a:cxnLst/>
            <a:rect l="l" t="t" r="r" b="b"/>
            <a:pathLst>
              <a:path w="1585547" h="981153" extrusionOk="0">
                <a:moveTo>
                  <a:pt x="483654" y="0"/>
                </a:moveTo>
                <a:cubicBezTo>
                  <a:pt x="845497" y="0"/>
                  <a:pt x="1173417" y="0"/>
                  <a:pt x="1470594" y="0"/>
                </a:cubicBezTo>
                <a:lnTo>
                  <a:pt x="1585547" y="0"/>
                </a:lnTo>
                <a:cubicBezTo>
                  <a:pt x="1240038" y="0"/>
                  <a:pt x="844048" y="864439"/>
                  <a:pt x="511947" y="972493"/>
                </a:cubicBezTo>
                <a:lnTo>
                  <a:pt x="460569" y="981153"/>
                </a:lnTo>
                <a:lnTo>
                  <a:pt x="385879" y="973433"/>
                </a:lnTo>
                <a:cubicBezTo>
                  <a:pt x="164984" y="927064"/>
                  <a:pt x="0" y="726753"/>
                  <a:pt x="0" y="489347"/>
                </a:cubicBezTo>
                <a:cubicBezTo>
                  <a:pt x="0" y="218026"/>
                  <a:pt x="215489" y="0"/>
                  <a:pt x="4836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7" name="Google Shape;497;g35cabaeb424_0_66"/>
          <p:cNvSpPr txBox="1"/>
          <p:nvPr/>
        </p:nvSpPr>
        <p:spPr>
          <a:xfrm>
            <a:off x="8230203" y="1219022"/>
            <a:ext cx="297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P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DE LOS DATOS DEL SINADEF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5cabaeb424_0_66"/>
          <p:cNvSpPr txBox="1"/>
          <p:nvPr/>
        </p:nvSpPr>
        <p:spPr>
          <a:xfrm>
            <a:off x="8230204" y="877126"/>
            <a:ext cx="2700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PE" sz="2200" b="1">
                <a:latin typeface="Open Sans"/>
                <a:ea typeface="Open Sans"/>
                <a:cs typeface="Open Sans"/>
                <a:sym typeface="Open Sans"/>
              </a:rPr>
              <a:t>TABLA DINÁMICA</a:t>
            </a:r>
            <a:endParaRPr sz="2100" b="1" i="0" u="none" strike="noStrike" cap="non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9" name="Google Shape;499;g35cabaeb424_0_66"/>
          <p:cNvSpPr/>
          <p:nvPr/>
        </p:nvSpPr>
        <p:spPr>
          <a:xfrm>
            <a:off x="7188657" y="945911"/>
            <a:ext cx="404142" cy="404142"/>
          </a:xfrm>
          <a:custGeom>
            <a:avLst/>
            <a:gdLst/>
            <a:ahLst/>
            <a:cxnLst/>
            <a:rect l="l" t="t" r="r" b="b"/>
            <a:pathLst>
              <a:path w="160" h="160" extrusionOk="0">
                <a:moveTo>
                  <a:pt x="160" y="110"/>
                </a:moveTo>
                <a:cubicBezTo>
                  <a:pt x="160" y="113"/>
                  <a:pt x="158" y="115"/>
                  <a:pt x="155" y="117"/>
                </a:cubicBezTo>
                <a:cubicBezTo>
                  <a:pt x="86" y="158"/>
                  <a:pt x="86" y="158"/>
                  <a:pt x="86" y="158"/>
                </a:cubicBezTo>
                <a:cubicBezTo>
                  <a:pt x="85" y="160"/>
                  <a:pt x="82" y="160"/>
                  <a:pt x="80" y="160"/>
                </a:cubicBezTo>
                <a:cubicBezTo>
                  <a:pt x="77" y="160"/>
                  <a:pt x="74" y="160"/>
                  <a:pt x="72" y="158"/>
                </a:cubicBezTo>
                <a:cubicBezTo>
                  <a:pt x="3" y="117"/>
                  <a:pt x="3" y="117"/>
                  <a:pt x="3" y="117"/>
                </a:cubicBezTo>
                <a:cubicBezTo>
                  <a:pt x="0" y="115"/>
                  <a:pt x="0" y="113"/>
                  <a:pt x="0" y="110"/>
                </a:cubicBezTo>
                <a:cubicBezTo>
                  <a:pt x="0" y="109"/>
                  <a:pt x="2" y="105"/>
                  <a:pt x="3" y="105"/>
                </a:cubicBezTo>
                <a:cubicBezTo>
                  <a:pt x="11" y="101"/>
                  <a:pt x="11" y="101"/>
                  <a:pt x="11" y="101"/>
                </a:cubicBezTo>
                <a:cubicBezTo>
                  <a:pt x="69" y="134"/>
                  <a:pt x="69" y="134"/>
                  <a:pt x="69" y="134"/>
                </a:cubicBezTo>
                <a:cubicBezTo>
                  <a:pt x="72" y="137"/>
                  <a:pt x="75" y="137"/>
                  <a:pt x="80" y="137"/>
                </a:cubicBezTo>
                <a:cubicBezTo>
                  <a:pt x="83" y="137"/>
                  <a:pt x="86" y="137"/>
                  <a:pt x="90" y="134"/>
                </a:cubicBezTo>
                <a:cubicBezTo>
                  <a:pt x="149" y="101"/>
                  <a:pt x="149" y="101"/>
                  <a:pt x="149" y="101"/>
                </a:cubicBezTo>
                <a:cubicBezTo>
                  <a:pt x="155" y="105"/>
                  <a:pt x="155" y="105"/>
                  <a:pt x="155" y="105"/>
                </a:cubicBezTo>
                <a:cubicBezTo>
                  <a:pt x="158" y="105"/>
                  <a:pt x="160" y="109"/>
                  <a:pt x="160" y="110"/>
                </a:cubicBezTo>
                <a:moveTo>
                  <a:pt x="3" y="57"/>
                </a:moveTo>
                <a:cubicBezTo>
                  <a:pt x="72" y="99"/>
                  <a:pt x="72" y="99"/>
                  <a:pt x="72" y="99"/>
                </a:cubicBezTo>
                <a:cubicBezTo>
                  <a:pt x="74" y="99"/>
                  <a:pt x="77" y="101"/>
                  <a:pt x="80" y="101"/>
                </a:cubicBezTo>
                <a:cubicBezTo>
                  <a:pt x="82" y="101"/>
                  <a:pt x="85" y="99"/>
                  <a:pt x="86" y="99"/>
                </a:cubicBezTo>
                <a:cubicBezTo>
                  <a:pt x="155" y="57"/>
                  <a:pt x="155" y="57"/>
                  <a:pt x="155" y="57"/>
                </a:cubicBezTo>
                <a:cubicBezTo>
                  <a:pt x="158" y="56"/>
                  <a:pt x="160" y="53"/>
                  <a:pt x="160" y="51"/>
                </a:cubicBezTo>
                <a:cubicBezTo>
                  <a:pt x="160" y="48"/>
                  <a:pt x="158" y="46"/>
                  <a:pt x="155" y="45"/>
                </a:cubicBezTo>
                <a:cubicBezTo>
                  <a:pt x="86" y="1"/>
                  <a:pt x="86" y="1"/>
                  <a:pt x="86" y="1"/>
                </a:cubicBezTo>
                <a:cubicBezTo>
                  <a:pt x="82" y="0"/>
                  <a:pt x="77" y="0"/>
                  <a:pt x="72" y="1"/>
                </a:cubicBezTo>
                <a:cubicBezTo>
                  <a:pt x="3" y="45"/>
                  <a:pt x="3" y="45"/>
                  <a:pt x="3" y="45"/>
                </a:cubicBezTo>
                <a:cubicBezTo>
                  <a:pt x="0" y="46"/>
                  <a:pt x="0" y="48"/>
                  <a:pt x="0" y="51"/>
                </a:cubicBezTo>
                <a:cubicBezTo>
                  <a:pt x="0" y="53"/>
                  <a:pt x="0" y="56"/>
                  <a:pt x="3" y="57"/>
                </a:cubicBezTo>
                <a:moveTo>
                  <a:pt x="3" y="86"/>
                </a:moveTo>
                <a:cubicBezTo>
                  <a:pt x="72" y="128"/>
                  <a:pt x="72" y="128"/>
                  <a:pt x="72" y="128"/>
                </a:cubicBezTo>
                <a:cubicBezTo>
                  <a:pt x="74" y="129"/>
                  <a:pt x="77" y="129"/>
                  <a:pt x="80" y="129"/>
                </a:cubicBezTo>
                <a:cubicBezTo>
                  <a:pt x="82" y="129"/>
                  <a:pt x="85" y="129"/>
                  <a:pt x="86" y="128"/>
                </a:cubicBezTo>
                <a:cubicBezTo>
                  <a:pt x="155" y="86"/>
                  <a:pt x="155" y="86"/>
                  <a:pt x="155" y="86"/>
                </a:cubicBezTo>
                <a:cubicBezTo>
                  <a:pt x="158" y="85"/>
                  <a:pt x="160" y="83"/>
                  <a:pt x="160" y="81"/>
                </a:cubicBezTo>
                <a:cubicBezTo>
                  <a:pt x="160" y="78"/>
                  <a:pt x="158" y="77"/>
                  <a:pt x="155" y="75"/>
                </a:cubicBezTo>
                <a:cubicBezTo>
                  <a:pt x="149" y="70"/>
                  <a:pt x="149" y="70"/>
                  <a:pt x="149" y="70"/>
                </a:cubicBezTo>
                <a:cubicBezTo>
                  <a:pt x="90" y="105"/>
                  <a:pt x="90" y="105"/>
                  <a:pt x="90" y="105"/>
                </a:cubicBezTo>
                <a:cubicBezTo>
                  <a:pt x="86" y="107"/>
                  <a:pt x="83" y="109"/>
                  <a:pt x="80" y="109"/>
                </a:cubicBezTo>
                <a:cubicBezTo>
                  <a:pt x="75" y="109"/>
                  <a:pt x="72" y="107"/>
                  <a:pt x="69" y="105"/>
                </a:cubicBezTo>
                <a:cubicBezTo>
                  <a:pt x="10" y="70"/>
                  <a:pt x="10" y="70"/>
                  <a:pt x="10" y="70"/>
                </a:cubicBezTo>
                <a:cubicBezTo>
                  <a:pt x="3" y="75"/>
                  <a:pt x="3" y="75"/>
                  <a:pt x="3" y="75"/>
                </a:cubicBezTo>
                <a:cubicBezTo>
                  <a:pt x="0" y="77"/>
                  <a:pt x="0" y="78"/>
                  <a:pt x="0" y="80"/>
                </a:cubicBezTo>
                <a:cubicBezTo>
                  <a:pt x="0" y="83"/>
                  <a:pt x="0" y="85"/>
                  <a:pt x="3" y="8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500" name="Google Shape;500;g35cabaeb424_0_66"/>
          <p:cNvCxnSpPr/>
          <p:nvPr/>
        </p:nvCxnSpPr>
        <p:spPr>
          <a:xfrm flipH="1">
            <a:off x="6704700" y="2264906"/>
            <a:ext cx="12300" cy="356610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8"/>
          <p:cNvSpPr txBox="1"/>
          <p:nvPr/>
        </p:nvSpPr>
        <p:spPr>
          <a:xfrm>
            <a:off x="1812675" y="2902575"/>
            <a:ext cx="64011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s-PE" sz="11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Gracias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8"/>
          <p:cNvSpPr txBox="1"/>
          <p:nvPr/>
        </p:nvSpPr>
        <p:spPr>
          <a:xfrm>
            <a:off x="2081650" y="4321775"/>
            <a:ext cx="5274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PE" sz="3900" b="1" i="0" u="none" strike="noStrike" cap="none">
                <a:solidFill>
                  <a:srgbClr val="0F6FC6"/>
                </a:solidFill>
                <a:latin typeface="Sora"/>
                <a:ea typeface="Sora"/>
                <a:cs typeface="Sora"/>
                <a:sym typeface="Sora"/>
              </a:rPr>
              <a:t>Minsa</a:t>
            </a:r>
            <a:endParaRPr sz="3900" b="1" i="0" u="none" strike="noStrike" cap="none">
              <a:solidFill>
                <a:srgbClr val="0F6FC6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507" name="Google Shape;507;p3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58180" b="14972"/>
          <a:stretch/>
        </p:blipFill>
        <p:spPr>
          <a:xfrm>
            <a:off x="-1" y="0"/>
            <a:ext cx="12192000" cy="218133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FFFFFF"/>
      </a:lt1>
      <a:dk2>
        <a:srgbClr val="323232"/>
      </a:dk2>
      <a:lt2>
        <a:srgbClr val="FFFFFF"/>
      </a:lt2>
      <a:accent1>
        <a:srgbClr val="00A3FE"/>
      </a:accent1>
      <a:accent2>
        <a:srgbClr val="1C46F2"/>
      </a:accent2>
      <a:accent3>
        <a:srgbClr val="242424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510</Words>
  <Application>Microsoft Office PowerPoint</Application>
  <PresentationFormat>Panorámica</PresentationFormat>
  <Paragraphs>67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8" baseType="lpstr">
      <vt:lpstr>Poppins SemiBold</vt:lpstr>
      <vt:lpstr>Gill Sans</vt:lpstr>
      <vt:lpstr>Arial</vt:lpstr>
      <vt:lpstr>Times New Roman</vt:lpstr>
      <vt:lpstr>Sora</vt:lpstr>
      <vt:lpstr>Lato</vt:lpstr>
      <vt:lpstr>Calibri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Generous Art</dc:creator>
  <cp:lastModifiedBy>JULIE GUILLEN RAMOS</cp:lastModifiedBy>
  <cp:revision>2</cp:revision>
  <dcterms:created xsi:type="dcterms:W3CDTF">2022-11-15T11:17:26Z</dcterms:created>
  <dcterms:modified xsi:type="dcterms:W3CDTF">2025-05-23T17:19:39Z</dcterms:modified>
</cp:coreProperties>
</file>